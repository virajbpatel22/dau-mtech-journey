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9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elestia-R1---OverlayTitle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9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0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>
            <a:spLocks noGrp="1"/>
          </p:cNvSpPr>
          <p:nvPr>
            <p:ph type="pic" idx="2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2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2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2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1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2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night sky with mountains far away on the horizon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0" y="-135162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ctrTitle"/>
          </p:nvPr>
        </p:nvSpPr>
        <p:spPr>
          <a:xfrm>
            <a:off x="887767" y="1207364"/>
            <a:ext cx="10431262" cy="262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TYPES OF COMMUNICATION NETWORKS</a:t>
            </a:r>
            <a:endParaRPr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              COMMUNICATION NETWORKS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2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It refers to the patterns that emerge when communication through vertical, horizontal and diagonal channels are combined. </a:t>
            </a:r>
            <a:endParaRPr/>
          </a:p>
          <a:p>
            <a:pPr marL="285750" lvl="0" indent="-107950" algn="l" rtl="0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They are divided into formal network models and informal network models. </a:t>
            </a:r>
            <a:endParaRPr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                THE FORMAL NETWORK MODELS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4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37113" y="1752600"/>
            <a:ext cx="5214257" cy="3985751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338" name="Google Shape;338;p43"/>
          <p:cNvSpPr txBox="1"/>
          <p:nvPr/>
        </p:nvSpPr>
        <p:spPr>
          <a:xfrm>
            <a:off x="3522428" y="5946781"/>
            <a:ext cx="485957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Figure 4: The different types of formal network models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THE Y NETWORK AND THE WHEEL NETWORK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4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Y network- refers to a </a:t>
            </a:r>
            <a:r>
              <a:rPr lang="en-US" sz="2400" u="sng"/>
              <a:t>multi-level hierarchy </a:t>
            </a:r>
            <a:r>
              <a:rPr lang="en-US" sz="2400"/>
              <a:t>and a combination of vertical and horizontal flow of communication.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Y turned upside down refers to two subordinates reporting to one senior.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wheel network refers to subordinates reporting to a superior.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Wheel network is a combination of horizontal and diagonal flow of communication.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 wheel network , the subordinates do not interact with each other. </a:t>
            </a:r>
            <a:endParaRPr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CIRCLE NETWORK AND ALL CHANNEL NETWORK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5"/>
          <p:cNvSpPr txBox="1">
            <a:spLocks noGrp="1"/>
          </p:cNvSpPr>
          <p:nvPr>
            <p:ph type="body" idx="1"/>
          </p:nvPr>
        </p:nvSpPr>
        <p:spPr>
          <a:xfrm>
            <a:off x="975360" y="1930401"/>
            <a:ext cx="9841866" cy="3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circle network allows employees to interact with adjacent members only.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It has three levels of hierarchy.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In all channel networks, all employees freely communicate with all others.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Everyone’s views are equally and openly shared. </a:t>
            </a: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WHICH NETWORK IS MOST SUITABLE?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6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u="sng" dirty="0"/>
              <a:t>No single network is suitable for all occasions</a:t>
            </a:r>
            <a:r>
              <a:rPr lang="en-US" sz="2800" u="sng" dirty="0"/>
              <a:t>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wheel and all-channel networks are preferred if the </a:t>
            </a:r>
            <a:r>
              <a:rPr lang="en-US" sz="2800" b="1" u="sng" dirty="0"/>
              <a:t>speed</a:t>
            </a:r>
            <a:r>
              <a:rPr lang="en-US" sz="2800" dirty="0"/>
              <a:t> of communication is important.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chain, Y and wheel networks are useful when </a:t>
            </a:r>
            <a:r>
              <a:rPr lang="en-US" sz="2800" b="1" u="sng" dirty="0"/>
              <a:t>accuracy</a:t>
            </a:r>
            <a:r>
              <a:rPr lang="en-US" sz="2800" dirty="0"/>
              <a:t> is important. 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INFORMAL NETWORK MODELS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3957319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informal network-or the grapevine is active in almost every organization. </a:t>
            </a:r>
            <a:endParaRPr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363" name="Google Shape;36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8205" y="2425148"/>
            <a:ext cx="5565913" cy="3116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235</Words>
  <Application>Microsoft Office PowerPoint</Application>
  <PresentationFormat>Widescreen</PresentationFormat>
  <Paragraphs>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Celestial</vt:lpstr>
      <vt:lpstr>TYPES OF COMMUNICATION NETWORKS</vt:lpstr>
      <vt:lpstr>               COMMUNICATION NETWORKS</vt:lpstr>
      <vt:lpstr>                 THE FORMAL NETWORK MODELS</vt:lpstr>
      <vt:lpstr>THE Y NETWORK AND THE WHEEL NETWORK</vt:lpstr>
      <vt:lpstr>CIRCLE NETWORK AND ALL CHANNEL NETWORK </vt:lpstr>
      <vt:lpstr>WHICH NETWORK IS MOST SUITABLE?</vt:lpstr>
      <vt:lpstr>INFORMAL NETWORK MODELS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TECHNICAL COMMUNICATION</dc:title>
  <dc:creator>acer</dc:creator>
  <cp:lastModifiedBy>Purbasha Das</cp:lastModifiedBy>
  <cp:revision>11</cp:revision>
  <dcterms:modified xsi:type="dcterms:W3CDTF">2026-08-08T07:34:32Z</dcterms:modified>
</cp:coreProperties>
</file>