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96"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6858000" cy="9144000"/>
  <p:embeddedFontLst>
    <p:embeddedFont>
      <p:font typeface="Noto Sans Symbols" panose="020B0604020202020204" charset="0"/>
      <p:regular r:id="rId44"/>
      <p:bold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6" name="Google Shape;336;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p:nvPr/>
        </p:nvSpPr>
        <p:spPr>
          <a:xfrm>
            <a:off x="1007533" y="0"/>
            <a:ext cx="7934348" cy="6858000"/>
          </a:xfrm>
          <a:prstGeom prst="rect">
            <a:avLst/>
          </a:prstGeom>
          <a:solidFill>
            <a:schemeClr val="dk2">
              <a:alpha val="9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941881" y="0"/>
            <a:ext cx="27432"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txBox="1">
            <a:spLocks noGrp="1"/>
          </p:cNvSpPr>
          <p:nvPr>
            <p:ph type="ctrTitle"/>
          </p:nvPr>
        </p:nvSpPr>
        <p:spPr>
          <a:xfrm>
            <a:off x="2611808" y="3428998"/>
            <a:ext cx="5518066" cy="2268559"/>
          </a:xfrm>
          <a:prstGeom prst="rect">
            <a:avLst/>
          </a:prstGeom>
          <a:noFill/>
          <a:ln>
            <a:noFill/>
          </a:ln>
        </p:spPr>
        <p:txBody>
          <a:bodyPr spcFirstLastPara="1" wrap="square" lIns="91425" tIns="45700" rIns="91425" bIns="45700" anchor="t" anchorCtr="0">
            <a:normAutofit/>
          </a:bodyPr>
          <a:lstStyle>
            <a:lvl1pPr lvl="0" algn="r">
              <a:lnSpc>
                <a:spcPct val="90000"/>
              </a:lnSpc>
              <a:spcBef>
                <a:spcPts val="0"/>
              </a:spcBef>
              <a:spcAft>
                <a:spcPts val="0"/>
              </a:spcAft>
              <a:buClr>
                <a:schemeClr val="lt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2772274" y="2268786"/>
            <a:ext cx="5357600" cy="1160213"/>
          </a:xfrm>
          <a:prstGeom prst="rect">
            <a:avLst/>
          </a:prstGeom>
          <a:noFill/>
          <a:ln>
            <a:noFill/>
          </a:ln>
        </p:spPr>
        <p:txBody>
          <a:bodyPr spcFirstLastPara="1" wrap="square" lIns="91425" tIns="0" rIns="91425" bIns="45700" anchor="b" anchorCtr="0">
            <a:normAutofit/>
          </a:bodyPr>
          <a:lstStyle>
            <a:lvl1pPr lvl="0" algn="r">
              <a:lnSpc>
                <a:spcPct val="120000"/>
              </a:lnSpc>
              <a:spcBef>
                <a:spcPts val="500"/>
              </a:spcBef>
              <a:spcAft>
                <a:spcPts val="0"/>
              </a:spcAft>
              <a:buSzPts val="1620"/>
              <a:buNone/>
              <a:defRPr sz="1800" b="0">
                <a:solidFill>
                  <a:schemeClr val="lt1"/>
                </a:solidFill>
              </a:defRPr>
            </a:lvl1pPr>
            <a:lvl2pPr lvl="1" algn="ctr">
              <a:lnSpc>
                <a:spcPct val="120000"/>
              </a:lnSpc>
              <a:spcBef>
                <a:spcPts val="600"/>
              </a:spcBef>
              <a:spcAft>
                <a:spcPts val="0"/>
              </a:spcAft>
              <a:buSzPts val="1620"/>
              <a:buNone/>
              <a:defRPr sz="1800"/>
            </a:lvl2pPr>
            <a:lvl3pPr lvl="2" algn="ctr">
              <a:lnSpc>
                <a:spcPct val="120000"/>
              </a:lnSpc>
              <a:spcBef>
                <a:spcPts val="600"/>
              </a:spcBef>
              <a:spcAft>
                <a:spcPts val="0"/>
              </a:spcAft>
              <a:buSzPts val="1620"/>
              <a:buNone/>
              <a:defRPr sz="1800"/>
            </a:lvl3pPr>
            <a:lvl4pPr lvl="3" algn="ctr">
              <a:lnSpc>
                <a:spcPct val="120000"/>
              </a:lnSpc>
              <a:spcBef>
                <a:spcPts val="600"/>
              </a:spcBef>
              <a:spcAft>
                <a:spcPts val="0"/>
              </a:spcAft>
              <a:buSzPts val="1440"/>
              <a:buNone/>
              <a:defRPr sz="1600"/>
            </a:lvl4pPr>
            <a:lvl5pPr lvl="4" algn="ctr">
              <a:lnSpc>
                <a:spcPct val="120000"/>
              </a:lnSpc>
              <a:spcBef>
                <a:spcPts val="600"/>
              </a:spcBef>
              <a:spcAft>
                <a:spcPts val="0"/>
              </a:spcAft>
              <a:buSzPts val="1440"/>
              <a:buNone/>
              <a:defRPr sz="1600"/>
            </a:lvl5pPr>
            <a:lvl6pPr lvl="5" algn="ctr">
              <a:lnSpc>
                <a:spcPct val="120000"/>
              </a:lnSpc>
              <a:spcBef>
                <a:spcPts val="600"/>
              </a:spcBef>
              <a:spcAft>
                <a:spcPts val="0"/>
              </a:spcAft>
              <a:buSzPts val="1440"/>
              <a:buNone/>
              <a:defRPr sz="1600"/>
            </a:lvl6pPr>
            <a:lvl7pPr lvl="6" algn="ctr">
              <a:lnSpc>
                <a:spcPct val="120000"/>
              </a:lnSpc>
              <a:spcBef>
                <a:spcPts val="600"/>
              </a:spcBef>
              <a:spcAft>
                <a:spcPts val="0"/>
              </a:spcAft>
              <a:buSzPts val="1440"/>
              <a:buNone/>
              <a:defRPr sz="1600"/>
            </a:lvl7pPr>
            <a:lvl8pPr lvl="7" algn="ctr">
              <a:lnSpc>
                <a:spcPct val="120000"/>
              </a:lnSpc>
              <a:spcBef>
                <a:spcPts val="600"/>
              </a:spcBef>
              <a:spcAft>
                <a:spcPts val="0"/>
              </a:spcAft>
              <a:buSzPts val="1440"/>
              <a:buNone/>
              <a:defRPr sz="1600"/>
            </a:lvl8pPr>
            <a:lvl9pPr lvl="8" algn="ctr">
              <a:lnSpc>
                <a:spcPct val="120000"/>
              </a:lnSpc>
              <a:spcBef>
                <a:spcPts val="600"/>
              </a:spcBef>
              <a:spcAft>
                <a:spcPts val="600"/>
              </a:spcAft>
              <a:buSzPts val="1440"/>
              <a:buNone/>
              <a:defRPr sz="1600"/>
            </a:lvl9pPr>
          </a:lstStyle>
          <a:p>
            <a:endParaRPr/>
          </a:p>
        </p:txBody>
      </p:sp>
      <p:sp>
        <p:nvSpPr>
          <p:cNvPr id="20" name="Google Shape;20;p2"/>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2"/>
          <p:cNvSpPr txBox="1"/>
          <p:nvPr/>
        </p:nvSpPr>
        <p:spPr>
          <a:xfrm>
            <a:off x="2191282" y="3262852"/>
            <a:ext cx="415636"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0" i="0" u="none" strike="noStrike" cap="none">
                <a:solidFill>
                  <a:schemeClr val="accent6"/>
                </a:solidFill>
                <a:latin typeface="Noto Sans Symbols"/>
                <a:ea typeface="Noto Sans Symbols"/>
                <a:cs typeface="Noto Sans Symbols"/>
                <a:sym typeface="Noto Sans Symbols"/>
              </a:rPr>
              <a:t>◤</a:t>
            </a:r>
            <a:endParaRPr sz="2400" b="0" i="0" u="none" strike="noStrike" cap="none">
              <a:solidFill>
                <a:schemeClr val="accent6"/>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3"/>
          <p:cNvSpPr/>
          <p:nvPr/>
        </p:nvSpPr>
        <p:spPr>
          <a:xfrm>
            <a:off x="1004479" y="0"/>
            <a:ext cx="10372316" cy="6858000"/>
          </a:xfrm>
          <a:prstGeom prst="rect">
            <a:avLst/>
          </a:prstGeom>
          <a:solidFill>
            <a:schemeClr val="dk2">
              <a:alpha val="9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11377328" y="0"/>
            <a:ext cx="27432"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txBox="1">
            <a:spLocks noGrp="1"/>
          </p:cNvSpPr>
          <p:nvPr>
            <p:ph type="title"/>
          </p:nvPr>
        </p:nvSpPr>
        <p:spPr>
          <a:xfrm>
            <a:off x="2611808" y="808056"/>
            <a:ext cx="7958331" cy="1077229"/>
          </a:xfrm>
          <a:prstGeom prst="rect">
            <a:avLst/>
          </a:prstGeom>
          <a:noFill/>
          <a:ln>
            <a:noFill/>
          </a:ln>
        </p:spPr>
        <p:txBody>
          <a:bodyPr spcFirstLastPara="1" wrap="square" lIns="91425" tIns="45700" rIns="91425" bIns="45700" anchor="t" anchorCtr="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lvl1pPr marL="457200" lvl="0" indent="-331470" algn="l">
              <a:lnSpc>
                <a:spcPct val="120000"/>
              </a:lnSpc>
              <a:spcBef>
                <a:spcPts val="500"/>
              </a:spcBef>
              <a:spcAft>
                <a:spcPts val="0"/>
              </a:spcAft>
              <a:buSzPts val="1620"/>
              <a:buChar char="▪"/>
              <a:defRPr/>
            </a:lvl1pPr>
            <a:lvl2pPr marL="914400" lvl="1" indent="-331469" algn="l">
              <a:lnSpc>
                <a:spcPct val="120000"/>
              </a:lnSpc>
              <a:spcBef>
                <a:spcPts val="600"/>
              </a:spcBef>
              <a:spcAft>
                <a:spcPts val="0"/>
              </a:spcAft>
              <a:buSzPts val="1620"/>
              <a:buChar char="▪"/>
              <a:defRPr/>
            </a:lvl2pPr>
            <a:lvl3pPr marL="1371600" lvl="2" indent="-331469" algn="l">
              <a:lnSpc>
                <a:spcPct val="120000"/>
              </a:lnSpc>
              <a:spcBef>
                <a:spcPts val="600"/>
              </a:spcBef>
              <a:spcAft>
                <a:spcPts val="0"/>
              </a:spcAft>
              <a:buSzPts val="1620"/>
              <a:buChar char="▪"/>
              <a:defRPr/>
            </a:lvl3pPr>
            <a:lvl4pPr marL="1828800" lvl="3" indent="-331469" algn="l">
              <a:lnSpc>
                <a:spcPct val="120000"/>
              </a:lnSpc>
              <a:spcBef>
                <a:spcPts val="600"/>
              </a:spcBef>
              <a:spcAft>
                <a:spcPts val="0"/>
              </a:spcAft>
              <a:buSzPts val="1620"/>
              <a:buChar char="▪"/>
              <a:defRPr/>
            </a:lvl4pPr>
            <a:lvl5pPr marL="2286000" lvl="4" indent="-331470" algn="l">
              <a:lnSpc>
                <a:spcPct val="120000"/>
              </a:lnSpc>
              <a:spcBef>
                <a:spcPts val="600"/>
              </a:spcBef>
              <a:spcAft>
                <a:spcPts val="0"/>
              </a:spcAft>
              <a:buSzPts val="1620"/>
              <a:buChar char="▪"/>
              <a:defRPr/>
            </a:lvl5pPr>
            <a:lvl6pPr marL="2743200" lvl="5" indent="-331470" algn="l">
              <a:lnSpc>
                <a:spcPct val="120000"/>
              </a:lnSpc>
              <a:spcBef>
                <a:spcPts val="600"/>
              </a:spcBef>
              <a:spcAft>
                <a:spcPts val="0"/>
              </a:spcAft>
              <a:buSzPts val="1620"/>
              <a:buChar char="▪"/>
              <a:defRPr/>
            </a:lvl6pPr>
            <a:lvl7pPr marL="3200400" lvl="6" indent="-331470" algn="l">
              <a:lnSpc>
                <a:spcPct val="120000"/>
              </a:lnSpc>
              <a:spcBef>
                <a:spcPts val="600"/>
              </a:spcBef>
              <a:spcAft>
                <a:spcPts val="0"/>
              </a:spcAft>
              <a:buSzPts val="1620"/>
              <a:buChar char="▪"/>
              <a:defRPr/>
            </a:lvl7pPr>
            <a:lvl8pPr marL="3657600" lvl="7" indent="-331470" algn="l">
              <a:lnSpc>
                <a:spcPct val="120000"/>
              </a:lnSpc>
              <a:spcBef>
                <a:spcPts val="600"/>
              </a:spcBef>
              <a:spcAft>
                <a:spcPts val="0"/>
              </a:spcAft>
              <a:buSzPts val="1620"/>
              <a:buChar char="▪"/>
              <a:defRPr/>
            </a:lvl8pPr>
            <a:lvl9pPr marL="4114800" lvl="8" indent="-331470" algn="l">
              <a:lnSpc>
                <a:spcPct val="120000"/>
              </a:lnSpc>
              <a:spcBef>
                <a:spcPts val="600"/>
              </a:spcBef>
              <a:spcAft>
                <a:spcPts val="600"/>
              </a:spcAft>
              <a:buSzPts val="1620"/>
              <a:buChar char="▪"/>
              <a:defRPr/>
            </a:lvl9pPr>
          </a:lstStyle>
          <a:p>
            <a:endParaRPr/>
          </a:p>
        </p:txBody>
      </p:sp>
      <p:sp>
        <p:nvSpPr>
          <p:cNvPr id="29" name="Google Shape;29;p3"/>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3"/>
          <p:cNvSpPr txBox="1"/>
          <p:nvPr/>
        </p:nvSpPr>
        <p:spPr>
          <a:xfrm>
            <a:off x="2194943" y="641225"/>
            <a:ext cx="41563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b="0" i="0" u="none" strike="noStrike" cap="none">
                <a:solidFill>
                  <a:schemeClr val="accent6"/>
                </a:solidFill>
                <a:latin typeface="Noto Sans Symbols"/>
                <a:ea typeface="Noto Sans Symbols"/>
                <a:cs typeface="Noto Sans Symbols"/>
                <a:sym typeface="Noto Sans Symbols"/>
              </a:rPr>
              <a:t>◤</a:t>
            </a:r>
            <a:endParaRPr sz="1000" b="0" i="0" u="none" strike="noStrike" cap="none">
              <a:solidFill>
                <a:schemeClr val="accent6"/>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4"/>
          <p:cNvSpPr/>
          <p:nvPr/>
        </p:nvSpPr>
        <p:spPr>
          <a:xfrm>
            <a:off x="1004479" y="0"/>
            <a:ext cx="10372316" cy="6858000"/>
          </a:xfrm>
          <a:prstGeom prst="rect">
            <a:avLst/>
          </a:prstGeom>
          <a:solidFill>
            <a:schemeClr val="dk2">
              <a:alpha val="9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11377328" y="0"/>
            <a:ext cx="27432"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txBox="1"/>
          <p:nvPr/>
        </p:nvSpPr>
        <p:spPr>
          <a:xfrm>
            <a:off x="2191843" y="2962586"/>
            <a:ext cx="41563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chemeClr val="accent6"/>
                </a:solidFill>
                <a:latin typeface="Noto Sans Symbols"/>
                <a:ea typeface="Noto Sans Symbols"/>
                <a:cs typeface="Noto Sans Symbols"/>
                <a:sym typeface="Noto Sans Symbols"/>
              </a:rPr>
              <a:t>◤</a:t>
            </a:r>
            <a:endParaRPr sz="1000">
              <a:solidFill>
                <a:schemeClr val="accent6"/>
              </a:solidFill>
              <a:latin typeface="Arial"/>
              <a:ea typeface="Arial"/>
              <a:cs typeface="Arial"/>
              <a:sym typeface="Arial"/>
            </a:endParaRPr>
          </a:p>
        </p:txBody>
      </p:sp>
      <p:sp>
        <p:nvSpPr>
          <p:cNvPr id="37" name="Google Shape;37;p4"/>
          <p:cNvSpPr txBox="1">
            <a:spLocks noGrp="1"/>
          </p:cNvSpPr>
          <p:nvPr>
            <p:ph type="title"/>
          </p:nvPr>
        </p:nvSpPr>
        <p:spPr>
          <a:xfrm>
            <a:off x="2609873" y="3147254"/>
            <a:ext cx="7956560" cy="1424746"/>
          </a:xfrm>
          <a:prstGeom prst="rect">
            <a:avLst/>
          </a:prstGeom>
          <a:noFill/>
          <a:ln>
            <a:noFill/>
          </a:ln>
        </p:spPr>
        <p:txBody>
          <a:bodyPr spcFirstLastPara="1" wrap="square" lIns="91425" tIns="45700" rIns="91425" bIns="45700" anchor="t" anchorCtr="0">
            <a:normAutofit/>
          </a:bodyPr>
          <a:lstStyle>
            <a:lvl1pPr lvl="0" algn="r">
              <a:lnSpc>
                <a:spcPct val="90000"/>
              </a:lnSpc>
              <a:spcBef>
                <a:spcPts val="0"/>
              </a:spcBef>
              <a:spcAft>
                <a:spcPts val="0"/>
              </a:spcAft>
              <a:buClr>
                <a:schemeClr val="l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2773968" y="2268786"/>
            <a:ext cx="7791931" cy="878468"/>
          </a:xfrm>
          <a:prstGeom prst="rect">
            <a:avLst/>
          </a:prstGeom>
          <a:noFill/>
          <a:ln>
            <a:noFill/>
          </a:ln>
        </p:spPr>
        <p:txBody>
          <a:bodyPr spcFirstLastPara="1" wrap="square" lIns="91425" tIns="0" rIns="91425" bIns="45700" anchor="b" anchorCtr="0">
            <a:normAutofit/>
          </a:bodyPr>
          <a:lstStyle>
            <a:lvl1pPr marL="457200" lvl="0" indent="-228600" algn="r">
              <a:lnSpc>
                <a:spcPct val="120000"/>
              </a:lnSpc>
              <a:spcBef>
                <a:spcPts val="500"/>
              </a:spcBef>
              <a:spcAft>
                <a:spcPts val="0"/>
              </a:spcAft>
              <a:buSzPts val="1620"/>
              <a:buNone/>
              <a:defRPr sz="1800">
                <a:solidFill>
                  <a:schemeClr val="lt1"/>
                </a:solidFill>
              </a:defRPr>
            </a:lvl1pPr>
            <a:lvl2pPr marL="914400" lvl="1" indent="-228600" algn="l">
              <a:lnSpc>
                <a:spcPct val="120000"/>
              </a:lnSpc>
              <a:spcBef>
                <a:spcPts val="600"/>
              </a:spcBef>
              <a:spcAft>
                <a:spcPts val="0"/>
              </a:spcAft>
              <a:buSzPts val="1620"/>
              <a:buNone/>
              <a:defRPr sz="1800">
                <a:solidFill>
                  <a:schemeClr val="lt1"/>
                </a:solidFill>
              </a:defRPr>
            </a:lvl2pPr>
            <a:lvl3pPr marL="1371600" lvl="2" indent="-228600" algn="l">
              <a:lnSpc>
                <a:spcPct val="120000"/>
              </a:lnSpc>
              <a:spcBef>
                <a:spcPts val="600"/>
              </a:spcBef>
              <a:spcAft>
                <a:spcPts val="0"/>
              </a:spcAft>
              <a:buSzPts val="1620"/>
              <a:buNone/>
              <a:defRPr sz="1800">
                <a:solidFill>
                  <a:schemeClr val="lt1"/>
                </a:solidFill>
              </a:defRPr>
            </a:lvl3pPr>
            <a:lvl4pPr marL="1828800" lvl="3" indent="-228600" algn="l">
              <a:lnSpc>
                <a:spcPct val="120000"/>
              </a:lnSpc>
              <a:spcBef>
                <a:spcPts val="600"/>
              </a:spcBef>
              <a:spcAft>
                <a:spcPts val="0"/>
              </a:spcAft>
              <a:buSzPts val="1440"/>
              <a:buNone/>
              <a:defRPr sz="1600">
                <a:solidFill>
                  <a:schemeClr val="lt1"/>
                </a:solidFill>
              </a:defRPr>
            </a:lvl4pPr>
            <a:lvl5pPr marL="2286000" lvl="4" indent="-228600" algn="l">
              <a:lnSpc>
                <a:spcPct val="120000"/>
              </a:lnSpc>
              <a:spcBef>
                <a:spcPts val="600"/>
              </a:spcBef>
              <a:spcAft>
                <a:spcPts val="0"/>
              </a:spcAft>
              <a:buSzPts val="1440"/>
              <a:buNone/>
              <a:defRPr sz="1600">
                <a:solidFill>
                  <a:schemeClr val="lt1"/>
                </a:solidFill>
              </a:defRPr>
            </a:lvl5pPr>
            <a:lvl6pPr marL="2743200" lvl="5" indent="-228600" algn="l">
              <a:lnSpc>
                <a:spcPct val="120000"/>
              </a:lnSpc>
              <a:spcBef>
                <a:spcPts val="600"/>
              </a:spcBef>
              <a:spcAft>
                <a:spcPts val="0"/>
              </a:spcAft>
              <a:buSzPts val="1440"/>
              <a:buNone/>
              <a:defRPr sz="1600">
                <a:solidFill>
                  <a:schemeClr val="lt1"/>
                </a:solidFill>
              </a:defRPr>
            </a:lvl6pPr>
            <a:lvl7pPr marL="3200400" lvl="6" indent="-228600" algn="l">
              <a:lnSpc>
                <a:spcPct val="120000"/>
              </a:lnSpc>
              <a:spcBef>
                <a:spcPts val="600"/>
              </a:spcBef>
              <a:spcAft>
                <a:spcPts val="0"/>
              </a:spcAft>
              <a:buSzPts val="1440"/>
              <a:buNone/>
              <a:defRPr sz="1600">
                <a:solidFill>
                  <a:schemeClr val="lt1"/>
                </a:solidFill>
              </a:defRPr>
            </a:lvl7pPr>
            <a:lvl8pPr marL="3657600" lvl="7" indent="-228600" algn="l">
              <a:lnSpc>
                <a:spcPct val="120000"/>
              </a:lnSpc>
              <a:spcBef>
                <a:spcPts val="600"/>
              </a:spcBef>
              <a:spcAft>
                <a:spcPts val="0"/>
              </a:spcAft>
              <a:buSzPts val="1440"/>
              <a:buNone/>
              <a:defRPr sz="1600">
                <a:solidFill>
                  <a:schemeClr val="lt1"/>
                </a:solidFill>
              </a:defRPr>
            </a:lvl8pPr>
            <a:lvl9pPr marL="4114800" lvl="8" indent="-228600" algn="l">
              <a:lnSpc>
                <a:spcPct val="120000"/>
              </a:lnSpc>
              <a:spcBef>
                <a:spcPts val="600"/>
              </a:spcBef>
              <a:spcAft>
                <a:spcPts val="600"/>
              </a:spcAft>
              <a:buSzPts val="1440"/>
              <a:buNone/>
              <a:defRPr sz="1600">
                <a:solidFill>
                  <a:schemeClr val="lt1"/>
                </a:solidFill>
              </a:defRPr>
            </a:lvl9pPr>
          </a:lstStyle>
          <a:p>
            <a:endParaRPr/>
          </a:p>
        </p:txBody>
      </p:sp>
      <p:sp>
        <p:nvSpPr>
          <p:cNvPr id="39" name="Google Shape;39;p4"/>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5"/>
          <p:cNvSpPr/>
          <p:nvPr/>
        </p:nvSpPr>
        <p:spPr>
          <a:xfrm>
            <a:off x="1004479" y="0"/>
            <a:ext cx="10372316" cy="6858000"/>
          </a:xfrm>
          <a:prstGeom prst="rect">
            <a:avLst/>
          </a:prstGeom>
          <a:solidFill>
            <a:schemeClr val="dk2">
              <a:alpha val="9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11377328" y="0"/>
            <a:ext cx="27432"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txBox="1">
            <a:spLocks noGrp="1"/>
          </p:cNvSpPr>
          <p:nvPr>
            <p:ph type="title"/>
          </p:nvPr>
        </p:nvSpPr>
        <p:spPr>
          <a:xfrm>
            <a:off x="2609873" y="805817"/>
            <a:ext cx="7950984" cy="1081705"/>
          </a:xfrm>
          <a:prstGeom prst="rect">
            <a:avLst/>
          </a:prstGeom>
          <a:noFill/>
          <a:ln>
            <a:noFill/>
          </a:ln>
        </p:spPr>
        <p:txBody>
          <a:bodyPr spcFirstLastPara="1" wrap="square" lIns="91425" tIns="45700" rIns="91425" bIns="45700" anchor="t" anchorCtr="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5"/>
          <p:cNvSpPr txBox="1">
            <a:spLocks noGrp="1"/>
          </p:cNvSpPr>
          <p:nvPr>
            <p:ph type="body" idx="1"/>
          </p:nvPr>
        </p:nvSpPr>
        <p:spPr>
          <a:xfrm>
            <a:off x="2605374" y="2052116"/>
            <a:ext cx="3891960" cy="3997828"/>
          </a:xfrm>
          <a:prstGeom prst="rect">
            <a:avLst/>
          </a:prstGeom>
          <a:noFill/>
          <a:ln>
            <a:noFill/>
          </a:ln>
        </p:spPr>
        <p:txBody>
          <a:bodyPr spcFirstLastPara="1" wrap="square" lIns="91425" tIns="45700" rIns="91425" bIns="45700" anchor="t" anchorCtr="0">
            <a:normAutofit/>
          </a:bodyPr>
          <a:lstStyle>
            <a:lvl1pPr marL="457200" lvl="0" indent="-331470" algn="l">
              <a:lnSpc>
                <a:spcPct val="120000"/>
              </a:lnSpc>
              <a:spcBef>
                <a:spcPts val="500"/>
              </a:spcBef>
              <a:spcAft>
                <a:spcPts val="0"/>
              </a:spcAft>
              <a:buSzPts val="1620"/>
              <a:buChar char="▪"/>
              <a:defRPr/>
            </a:lvl1pPr>
            <a:lvl2pPr marL="914400" lvl="1" indent="-331469" algn="l">
              <a:lnSpc>
                <a:spcPct val="120000"/>
              </a:lnSpc>
              <a:spcBef>
                <a:spcPts val="600"/>
              </a:spcBef>
              <a:spcAft>
                <a:spcPts val="0"/>
              </a:spcAft>
              <a:buSzPts val="1620"/>
              <a:buChar char="▪"/>
              <a:defRPr/>
            </a:lvl2pPr>
            <a:lvl3pPr marL="1371600" lvl="2" indent="-331469" algn="l">
              <a:lnSpc>
                <a:spcPct val="120000"/>
              </a:lnSpc>
              <a:spcBef>
                <a:spcPts val="600"/>
              </a:spcBef>
              <a:spcAft>
                <a:spcPts val="0"/>
              </a:spcAft>
              <a:buSzPts val="1620"/>
              <a:buChar char="▪"/>
              <a:defRPr/>
            </a:lvl3pPr>
            <a:lvl4pPr marL="1828800" lvl="3" indent="-331469" algn="l">
              <a:lnSpc>
                <a:spcPct val="120000"/>
              </a:lnSpc>
              <a:spcBef>
                <a:spcPts val="600"/>
              </a:spcBef>
              <a:spcAft>
                <a:spcPts val="0"/>
              </a:spcAft>
              <a:buSzPts val="1620"/>
              <a:buChar char="▪"/>
              <a:defRPr/>
            </a:lvl4pPr>
            <a:lvl5pPr marL="2286000" lvl="4" indent="-331470" algn="l">
              <a:lnSpc>
                <a:spcPct val="120000"/>
              </a:lnSpc>
              <a:spcBef>
                <a:spcPts val="600"/>
              </a:spcBef>
              <a:spcAft>
                <a:spcPts val="0"/>
              </a:spcAft>
              <a:buSzPts val="1620"/>
              <a:buChar char="▪"/>
              <a:defRPr/>
            </a:lvl5pPr>
            <a:lvl6pPr marL="2743200" lvl="5" indent="-331470" algn="l">
              <a:lnSpc>
                <a:spcPct val="120000"/>
              </a:lnSpc>
              <a:spcBef>
                <a:spcPts val="600"/>
              </a:spcBef>
              <a:spcAft>
                <a:spcPts val="0"/>
              </a:spcAft>
              <a:buSzPts val="1620"/>
              <a:buChar char="▪"/>
              <a:defRPr/>
            </a:lvl6pPr>
            <a:lvl7pPr marL="3200400" lvl="6" indent="-331470" algn="l">
              <a:lnSpc>
                <a:spcPct val="120000"/>
              </a:lnSpc>
              <a:spcBef>
                <a:spcPts val="600"/>
              </a:spcBef>
              <a:spcAft>
                <a:spcPts val="0"/>
              </a:spcAft>
              <a:buSzPts val="1620"/>
              <a:buChar char="▪"/>
              <a:defRPr/>
            </a:lvl7pPr>
            <a:lvl8pPr marL="3657600" lvl="7" indent="-331470" algn="l">
              <a:lnSpc>
                <a:spcPct val="120000"/>
              </a:lnSpc>
              <a:spcBef>
                <a:spcPts val="600"/>
              </a:spcBef>
              <a:spcAft>
                <a:spcPts val="0"/>
              </a:spcAft>
              <a:buSzPts val="1620"/>
              <a:buChar char="▪"/>
              <a:defRPr/>
            </a:lvl8pPr>
            <a:lvl9pPr marL="4114800" lvl="8" indent="-331470" algn="l">
              <a:lnSpc>
                <a:spcPct val="120000"/>
              </a:lnSpc>
              <a:spcBef>
                <a:spcPts val="600"/>
              </a:spcBef>
              <a:spcAft>
                <a:spcPts val="600"/>
              </a:spcAft>
              <a:buSzPts val="1620"/>
              <a:buChar char="▪"/>
              <a:defRPr/>
            </a:lvl9pPr>
          </a:lstStyle>
          <a:p>
            <a:endParaRPr/>
          </a:p>
        </p:txBody>
      </p:sp>
      <p:sp>
        <p:nvSpPr>
          <p:cNvPr id="47" name="Google Shape;47;p5"/>
          <p:cNvSpPr txBox="1">
            <a:spLocks noGrp="1"/>
          </p:cNvSpPr>
          <p:nvPr>
            <p:ph type="body" idx="2"/>
          </p:nvPr>
        </p:nvSpPr>
        <p:spPr>
          <a:xfrm>
            <a:off x="6666636" y="2052114"/>
            <a:ext cx="3894222" cy="3997829"/>
          </a:xfrm>
          <a:prstGeom prst="rect">
            <a:avLst/>
          </a:prstGeom>
          <a:noFill/>
          <a:ln>
            <a:noFill/>
          </a:ln>
        </p:spPr>
        <p:txBody>
          <a:bodyPr spcFirstLastPara="1" wrap="square" lIns="91425" tIns="45700" rIns="91425" bIns="45700" anchor="t" anchorCtr="0">
            <a:normAutofit/>
          </a:bodyPr>
          <a:lstStyle>
            <a:lvl1pPr marL="457200" lvl="0" indent="-331470" algn="l">
              <a:lnSpc>
                <a:spcPct val="120000"/>
              </a:lnSpc>
              <a:spcBef>
                <a:spcPts val="500"/>
              </a:spcBef>
              <a:spcAft>
                <a:spcPts val="0"/>
              </a:spcAft>
              <a:buSzPts val="1620"/>
              <a:buChar char="▪"/>
              <a:defRPr/>
            </a:lvl1pPr>
            <a:lvl2pPr marL="914400" lvl="1" indent="-331469" algn="l">
              <a:lnSpc>
                <a:spcPct val="120000"/>
              </a:lnSpc>
              <a:spcBef>
                <a:spcPts val="600"/>
              </a:spcBef>
              <a:spcAft>
                <a:spcPts val="0"/>
              </a:spcAft>
              <a:buSzPts val="1620"/>
              <a:buChar char="▪"/>
              <a:defRPr/>
            </a:lvl2pPr>
            <a:lvl3pPr marL="1371600" lvl="2" indent="-331469" algn="l">
              <a:lnSpc>
                <a:spcPct val="120000"/>
              </a:lnSpc>
              <a:spcBef>
                <a:spcPts val="600"/>
              </a:spcBef>
              <a:spcAft>
                <a:spcPts val="0"/>
              </a:spcAft>
              <a:buSzPts val="1620"/>
              <a:buChar char="▪"/>
              <a:defRPr/>
            </a:lvl3pPr>
            <a:lvl4pPr marL="1828800" lvl="3" indent="-331469" algn="l">
              <a:lnSpc>
                <a:spcPct val="120000"/>
              </a:lnSpc>
              <a:spcBef>
                <a:spcPts val="600"/>
              </a:spcBef>
              <a:spcAft>
                <a:spcPts val="0"/>
              </a:spcAft>
              <a:buSzPts val="1620"/>
              <a:buChar char="▪"/>
              <a:defRPr/>
            </a:lvl4pPr>
            <a:lvl5pPr marL="2286000" lvl="4" indent="-331470" algn="l">
              <a:lnSpc>
                <a:spcPct val="120000"/>
              </a:lnSpc>
              <a:spcBef>
                <a:spcPts val="600"/>
              </a:spcBef>
              <a:spcAft>
                <a:spcPts val="0"/>
              </a:spcAft>
              <a:buSzPts val="1620"/>
              <a:buChar char="▪"/>
              <a:defRPr/>
            </a:lvl5pPr>
            <a:lvl6pPr marL="2743200" lvl="5" indent="-331470" algn="l">
              <a:lnSpc>
                <a:spcPct val="120000"/>
              </a:lnSpc>
              <a:spcBef>
                <a:spcPts val="600"/>
              </a:spcBef>
              <a:spcAft>
                <a:spcPts val="0"/>
              </a:spcAft>
              <a:buSzPts val="1620"/>
              <a:buChar char="▪"/>
              <a:defRPr/>
            </a:lvl6pPr>
            <a:lvl7pPr marL="3200400" lvl="6" indent="-331470" algn="l">
              <a:lnSpc>
                <a:spcPct val="120000"/>
              </a:lnSpc>
              <a:spcBef>
                <a:spcPts val="600"/>
              </a:spcBef>
              <a:spcAft>
                <a:spcPts val="0"/>
              </a:spcAft>
              <a:buSzPts val="1620"/>
              <a:buChar char="▪"/>
              <a:defRPr/>
            </a:lvl7pPr>
            <a:lvl8pPr marL="3657600" lvl="7" indent="-331470" algn="l">
              <a:lnSpc>
                <a:spcPct val="120000"/>
              </a:lnSpc>
              <a:spcBef>
                <a:spcPts val="600"/>
              </a:spcBef>
              <a:spcAft>
                <a:spcPts val="0"/>
              </a:spcAft>
              <a:buSzPts val="1620"/>
              <a:buChar char="▪"/>
              <a:defRPr/>
            </a:lvl8pPr>
            <a:lvl9pPr marL="4114800" lvl="8" indent="-331470" algn="l">
              <a:lnSpc>
                <a:spcPct val="120000"/>
              </a:lnSpc>
              <a:spcBef>
                <a:spcPts val="600"/>
              </a:spcBef>
              <a:spcAft>
                <a:spcPts val="600"/>
              </a:spcAft>
              <a:buSzPts val="1620"/>
              <a:buChar char="▪"/>
              <a:defRPr/>
            </a:lvl9pPr>
          </a:lstStyle>
          <a:p>
            <a:endParaRPr/>
          </a:p>
        </p:txBody>
      </p:sp>
      <p:sp>
        <p:nvSpPr>
          <p:cNvPr id="48" name="Google Shape;48;p5"/>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5"/>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1" name="Google Shape;51;p5"/>
          <p:cNvSpPr txBox="1"/>
          <p:nvPr/>
        </p:nvSpPr>
        <p:spPr>
          <a:xfrm>
            <a:off x="2196172" y="641223"/>
            <a:ext cx="41563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chemeClr val="accent6"/>
                </a:solidFill>
                <a:latin typeface="Noto Sans Symbols"/>
                <a:ea typeface="Noto Sans Symbols"/>
                <a:cs typeface="Noto Sans Symbols"/>
                <a:sym typeface="Noto Sans Symbols"/>
              </a:rPr>
              <a:t>◤</a:t>
            </a:r>
            <a:endParaRPr sz="1000">
              <a:solidFill>
                <a:schemeClr val="accent6"/>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6"/>
          <p:cNvSpPr/>
          <p:nvPr/>
        </p:nvSpPr>
        <p:spPr>
          <a:xfrm>
            <a:off x="1004479" y="0"/>
            <a:ext cx="10372316" cy="6858000"/>
          </a:xfrm>
          <a:prstGeom prst="rect">
            <a:avLst/>
          </a:prstGeom>
          <a:solidFill>
            <a:schemeClr val="dk2">
              <a:alpha val="9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6"/>
          <p:cNvSpPr/>
          <p:nvPr/>
        </p:nvSpPr>
        <p:spPr>
          <a:xfrm>
            <a:off x="11377328" y="0"/>
            <a:ext cx="27432"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txBox="1"/>
          <p:nvPr/>
        </p:nvSpPr>
        <p:spPr>
          <a:xfrm>
            <a:off x="2193650" y="636424"/>
            <a:ext cx="41563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chemeClr val="accent6"/>
                </a:solidFill>
                <a:latin typeface="Noto Sans Symbols"/>
                <a:ea typeface="Noto Sans Symbols"/>
                <a:cs typeface="Noto Sans Symbols"/>
                <a:sym typeface="Noto Sans Symbols"/>
              </a:rPr>
              <a:t>◤</a:t>
            </a:r>
            <a:endParaRPr sz="1000">
              <a:solidFill>
                <a:schemeClr val="accent6"/>
              </a:solidFill>
              <a:latin typeface="Arial"/>
              <a:ea typeface="Arial"/>
              <a:cs typeface="Arial"/>
              <a:sym typeface="Arial"/>
            </a:endParaRPr>
          </a:p>
        </p:txBody>
      </p:sp>
      <p:sp>
        <p:nvSpPr>
          <p:cNvPr id="56" name="Google Shape;56;p6"/>
          <p:cNvSpPr txBox="1">
            <a:spLocks noGrp="1"/>
          </p:cNvSpPr>
          <p:nvPr>
            <p:ph type="title"/>
          </p:nvPr>
        </p:nvSpPr>
        <p:spPr>
          <a:xfrm>
            <a:off x="2609873" y="805818"/>
            <a:ext cx="7956560" cy="1078348"/>
          </a:xfrm>
          <a:prstGeom prst="rect">
            <a:avLst/>
          </a:prstGeom>
          <a:noFill/>
          <a:ln>
            <a:noFill/>
          </a:ln>
        </p:spPr>
        <p:txBody>
          <a:bodyPr spcFirstLastPara="1" wrap="square" lIns="91425" tIns="45700" rIns="91425" bIns="45700" anchor="t" anchorCtr="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6"/>
          <p:cNvSpPr txBox="1">
            <a:spLocks noGrp="1"/>
          </p:cNvSpPr>
          <p:nvPr>
            <p:ph type="body" idx="1"/>
          </p:nvPr>
        </p:nvSpPr>
        <p:spPr>
          <a:xfrm>
            <a:off x="2609285" y="2052115"/>
            <a:ext cx="3896467" cy="713818"/>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00"/>
              </a:spcBef>
              <a:spcAft>
                <a:spcPts val="0"/>
              </a:spcAft>
              <a:buSzPts val="1980"/>
              <a:buNone/>
              <a:defRPr sz="2200" b="0" cap="none">
                <a:solidFill>
                  <a:schemeClr val="accent6"/>
                </a:solidFill>
              </a:defRPr>
            </a:lvl1pPr>
            <a:lvl2pPr marL="914400" lvl="1" indent="-228600" algn="l">
              <a:lnSpc>
                <a:spcPct val="120000"/>
              </a:lnSpc>
              <a:spcBef>
                <a:spcPts val="600"/>
              </a:spcBef>
              <a:spcAft>
                <a:spcPts val="0"/>
              </a:spcAft>
              <a:buSzPts val="1800"/>
              <a:buNone/>
              <a:defRPr sz="2000" b="1"/>
            </a:lvl2pPr>
            <a:lvl3pPr marL="1371600" lvl="2" indent="-228600" algn="l">
              <a:lnSpc>
                <a:spcPct val="120000"/>
              </a:lnSpc>
              <a:spcBef>
                <a:spcPts val="600"/>
              </a:spcBef>
              <a:spcAft>
                <a:spcPts val="0"/>
              </a:spcAft>
              <a:buSzPts val="1620"/>
              <a:buNone/>
              <a:defRPr sz="1800" b="1"/>
            </a:lvl3pPr>
            <a:lvl4pPr marL="1828800" lvl="3" indent="-228600" algn="l">
              <a:lnSpc>
                <a:spcPct val="120000"/>
              </a:lnSpc>
              <a:spcBef>
                <a:spcPts val="600"/>
              </a:spcBef>
              <a:spcAft>
                <a:spcPts val="0"/>
              </a:spcAft>
              <a:buSzPts val="1440"/>
              <a:buNone/>
              <a:defRPr sz="1600" b="1"/>
            </a:lvl4pPr>
            <a:lvl5pPr marL="2286000" lvl="4" indent="-228600" algn="l">
              <a:lnSpc>
                <a:spcPct val="120000"/>
              </a:lnSpc>
              <a:spcBef>
                <a:spcPts val="600"/>
              </a:spcBef>
              <a:spcAft>
                <a:spcPts val="0"/>
              </a:spcAft>
              <a:buSzPts val="1440"/>
              <a:buNone/>
              <a:defRPr sz="1600" b="1"/>
            </a:lvl5pPr>
            <a:lvl6pPr marL="2743200" lvl="5" indent="-228600" algn="l">
              <a:lnSpc>
                <a:spcPct val="120000"/>
              </a:lnSpc>
              <a:spcBef>
                <a:spcPts val="600"/>
              </a:spcBef>
              <a:spcAft>
                <a:spcPts val="0"/>
              </a:spcAft>
              <a:buSzPts val="1440"/>
              <a:buNone/>
              <a:defRPr sz="1600" b="1"/>
            </a:lvl6pPr>
            <a:lvl7pPr marL="3200400" lvl="6" indent="-228600" algn="l">
              <a:lnSpc>
                <a:spcPct val="120000"/>
              </a:lnSpc>
              <a:spcBef>
                <a:spcPts val="600"/>
              </a:spcBef>
              <a:spcAft>
                <a:spcPts val="0"/>
              </a:spcAft>
              <a:buSzPts val="1440"/>
              <a:buNone/>
              <a:defRPr sz="1600" b="1"/>
            </a:lvl7pPr>
            <a:lvl8pPr marL="3657600" lvl="7" indent="-228600" algn="l">
              <a:lnSpc>
                <a:spcPct val="120000"/>
              </a:lnSpc>
              <a:spcBef>
                <a:spcPts val="600"/>
              </a:spcBef>
              <a:spcAft>
                <a:spcPts val="0"/>
              </a:spcAft>
              <a:buSzPts val="1440"/>
              <a:buNone/>
              <a:defRPr sz="1600" b="1"/>
            </a:lvl8pPr>
            <a:lvl9pPr marL="4114800" lvl="8" indent="-228600" algn="l">
              <a:lnSpc>
                <a:spcPct val="120000"/>
              </a:lnSpc>
              <a:spcBef>
                <a:spcPts val="600"/>
              </a:spcBef>
              <a:spcAft>
                <a:spcPts val="600"/>
              </a:spcAft>
              <a:buSzPts val="1440"/>
              <a:buNone/>
              <a:defRPr sz="1600" b="1"/>
            </a:lvl9pPr>
          </a:lstStyle>
          <a:p>
            <a:endParaRPr/>
          </a:p>
        </p:txBody>
      </p:sp>
      <p:sp>
        <p:nvSpPr>
          <p:cNvPr id="58" name="Google Shape;58;p6"/>
          <p:cNvSpPr txBox="1">
            <a:spLocks noGrp="1"/>
          </p:cNvSpPr>
          <p:nvPr>
            <p:ph type="body" idx="2"/>
          </p:nvPr>
        </p:nvSpPr>
        <p:spPr>
          <a:xfrm>
            <a:off x="2609285" y="2851331"/>
            <a:ext cx="3893623" cy="3071434"/>
          </a:xfrm>
          <a:prstGeom prst="rect">
            <a:avLst/>
          </a:prstGeom>
          <a:noFill/>
          <a:ln>
            <a:noFill/>
          </a:ln>
        </p:spPr>
        <p:txBody>
          <a:bodyPr spcFirstLastPara="1" wrap="square" lIns="91425" tIns="45700" rIns="91425" bIns="45700" anchor="t" anchorCtr="0">
            <a:normAutofit/>
          </a:bodyPr>
          <a:lstStyle>
            <a:lvl1pPr marL="457200" lvl="0" indent="-331470" algn="l">
              <a:lnSpc>
                <a:spcPct val="120000"/>
              </a:lnSpc>
              <a:spcBef>
                <a:spcPts val="500"/>
              </a:spcBef>
              <a:spcAft>
                <a:spcPts val="0"/>
              </a:spcAft>
              <a:buSzPts val="1620"/>
              <a:buChar char="▪"/>
              <a:defRPr/>
            </a:lvl1pPr>
            <a:lvl2pPr marL="914400" lvl="1" indent="-331469" algn="l">
              <a:lnSpc>
                <a:spcPct val="120000"/>
              </a:lnSpc>
              <a:spcBef>
                <a:spcPts val="600"/>
              </a:spcBef>
              <a:spcAft>
                <a:spcPts val="0"/>
              </a:spcAft>
              <a:buSzPts val="1620"/>
              <a:buChar char="▪"/>
              <a:defRPr/>
            </a:lvl2pPr>
            <a:lvl3pPr marL="1371600" lvl="2" indent="-331469" algn="l">
              <a:lnSpc>
                <a:spcPct val="120000"/>
              </a:lnSpc>
              <a:spcBef>
                <a:spcPts val="600"/>
              </a:spcBef>
              <a:spcAft>
                <a:spcPts val="0"/>
              </a:spcAft>
              <a:buSzPts val="1620"/>
              <a:buChar char="▪"/>
              <a:defRPr/>
            </a:lvl3pPr>
            <a:lvl4pPr marL="1828800" lvl="3" indent="-331469" algn="l">
              <a:lnSpc>
                <a:spcPct val="120000"/>
              </a:lnSpc>
              <a:spcBef>
                <a:spcPts val="600"/>
              </a:spcBef>
              <a:spcAft>
                <a:spcPts val="0"/>
              </a:spcAft>
              <a:buSzPts val="1620"/>
              <a:buChar char="▪"/>
              <a:defRPr/>
            </a:lvl4pPr>
            <a:lvl5pPr marL="2286000" lvl="4" indent="-331470" algn="l">
              <a:lnSpc>
                <a:spcPct val="120000"/>
              </a:lnSpc>
              <a:spcBef>
                <a:spcPts val="600"/>
              </a:spcBef>
              <a:spcAft>
                <a:spcPts val="0"/>
              </a:spcAft>
              <a:buSzPts val="1620"/>
              <a:buChar char="▪"/>
              <a:defRPr/>
            </a:lvl5pPr>
            <a:lvl6pPr marL="2743200" lvl="5" indent="-331470" algn="l">
              <a:lnSpc>
                <a:spcPct val="120000"/>
              </a:lnSpc>
              <a:spcBef>
                <a:spcPts val="600"/>
              </a:spcBef>
              <a:spcAft>
                <a:spcPts val="0"/>
              </a:spcAft>
              <a:buSzPts val="1620"/>
              <a:buChar char="▪"/>
              <a:defRPr/>
            </a:lvl6pPr>
            <a:lvl7pPr marL="3200400" lvl="6" indent="-331470" algn="l">
              <a:lnSpc>
                <a:spcPct val="120000"/>
              </a:lnSpc>
              <a:spcBef>
                <a:spcPts val="600"/>
              </a:spcBef>
              <a:spcAft>
                <a:spcPts val="0"/>
              </a:spcAft>
              <a:buSzPts val="1620"/>
              <a:buChar char="▪"/>
              <a:defRPr/>
            </a:lvl7pPr>
            <a:lvl8pPr marL="3657600" lvl="7" indent="-331470" algn="l">
              <a:lnSpc>
                <a:spcPct val="120000"/>
              </a:lnSpc>
              <a:spcBef>
                <a:spcPts val="600"/>
              </a:spcBef>
              <a:spcAft>
                <a:spcPts val="0"/>
              </a:spcAft>
              <a:buSzPts val="1620"/>
              <a:buChar char="▪"/>
              <a:defRPr/>
            </a:lvl8pPr>
            <a:lvl9pPr marL="4114800" lvl="8" indent="-331470" algn="l">
              <a:lnSpc>
                <a:spcPct val="120000"/>
              </a:lnSpc>
              <a:spcBef>
                <a:spcPts val="600"/>
              </a:spcBef>
              <a:spcAft>
                <a:spcPts val="600"/>
              </a:spcAft>
              <a:buSzPts val="1620"/>
              <a:buChar char="▪"/>
              <a:defRPr/>
            </a:lvl9pPr>
          </a:lstStyle>
          <a:p>
            <a:endParaRPr/>
          </a:p>
        </p:txBody>
      </p:sp>
      <p:sp>
        <p:nvSpPr>
          <p:cNvPr id="59" name="Google Shape;59;p6"/>
          <p:cNvSpPr txBox="1">
            <a:spLocks noGrp="1"/>
          </p:cNvSpPr>
          <p:nvPr>
            <p:ph type="body" idx="3"/>
          </p:nvPr>
        </p:nvSpPr>
        <p:spPr>
          <a:xfrm>
            <a:off x="6666634" y="2052115"/>
            <a:ext cx="3899798" cy="713818"/>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00"/>
              </a:spcBef>
              <a:spcAft>
                <a:spcPts val="0"/>
              </a:spcAft>
              <a:buSzPts val="1980"/>
              <a:buNone/>
              <a:defRPr sz="2200" b="0" cap="none">
                <a:solidFill>
                  <a:schemeClr val="accent6"/>
                </a:solidFill>
              </a:defRPr>
            </a:lvl1pPr>
            <a:lvl2pPr marL="914400" lvl="1" indent="-228600" algn="l">
              <a:lnSpc>
                <a:spcPct val="120000"/>
              </a:lnSpc>
              <a:spcBef>
                <a:spcPts val="600"/>
              </a:spcBef>
              <a:spcAft>
                <a:spcPts val="0"/>
              </a:spcAft>
              <a:buSzPts val="1800"/>
              <a:buNone/>
              <a:defRPr sz="2000" b="1"/>
            </a:lvl2pPr>
            <a:lvl3pPr marL="1371600" lvl="2" indent="-228600" algn="l">
              <a:lnSpc>
                <a:spcPct val="120000"/>
              </a:lnSpc>
              <a:spcBef>
                <a:spcPts val="600"/>
              </a:spcBef>
              <a:spcAft>
                <a:spcPts val="0"/>
              </a:spcAft>
              <a:buSzPts val="1620"/>
              <a:buNone/>
              <a:defRPr sz="1800" b="1"/>
            </a:lvl3pPr>
            <a:lvl4pPr marL="1828800" lvl="3" indent="-228600" algn="l">
              <a:lnSpc>
                <a:spcPct val="120000"/>
              </a:lnSpc>
              <a:spcBef>
                <a:spcPts val="600"/>
              </a:spcBef>
              <a:spcAft>
                <a:spcPts val="0"/>
              </a:spcAft>
              <a:buSzPts val="1440"/>
              <a:buNone/>
              <a:defRPr sz="1600" b="1"/>
            </a:lvl4pPr>
            <a:lvl5pPr marL="2286000" lvl="4" indent="-228600" algn="l">
              <a:lnSpc>
                <a:spcPct val="120000"/>
              </a:lnSpc>
              <a:spcBef>
                <a:spcPts val="600"/>
              </a:spcBef>
              <a:spcAft>
                <a:spcPts val="0"/>
              </a:spcAft>
              <a:buSzPts val="1440"/>
              <a:buNone/>
              <a:defRPr sz="1600" b="1"/>
            </a:lvl5pPr>
            <a:lvl6pPr marL="2743200" lvl="5" indent="-228600" algn="l">
              <a:lnSpc>
                <a:spcPct val="120000"/>
              </a:lnSpc>
              <a:spcBef>
                <a:spcPts val="600"/>
              </a:spcBef>
              <a:spcAft>
                <a:spcPts val="0"/>
              </a:spcAft>
              <a:buSzPts val="1440"/>
              <a:buNone/>
              <a:defRPr sz="1600" b="1"/>
            </a:lvl6pPr>
            <a:lvl7pPr marL="3200400" lvl="6" indent="-228600" algn="l">
              <a:lnSpc>
                <a:spcPct val="120000"/>
              </a:lnSpc>
              <a:spcBef>
                <a:spcPts val="600"/>
              </a:spcBef>
              <a:spcAft>
                <a:spcPts val="0"/>
              </a:spcAft>
              <a:buSzPts val="1440"/>
              <a:buNone/>
              <a:defRPr sz="1600" b="1"/>
            </a:lvl7pPr>
            <a:lvl8pPr marL="3657600" lvl="7" indent="-228600" algn="l">
              <a:lnSpc>
                <a:spcPct val="120000"/>
              </a:lnSpc>
              <a:spcBef>
                <a:spcPts val="600"/>
              </a:spcBef>
              <a:spcAft>
                <a:spcPts val="0"/>
              </a:spcAft>
              <a:buSzPts val="1440"/>
              <a:buNone/>
              <a:defRPr sz="1600" b="1"/>
            </a:lvl8pPr>
            <a:lvl9pPr marL="4114800" lvl="8" indent="-228600" algn="l">
              <a:lnSpc>
                <a:spcPct val="120000"/>
              </a:lnSpc>
              <a:spcBef>
                <a:spcPts val="600"/>
              </a:spcBef>
              <a:spcAft>
                <a:spcPts val="600"/>
              </a:spcAft>
              <a:buSzPts val="1440"/>
              <a:buNone/>
              <a:defRPr sz="1600" b="1"/>
            </a:lvl9pPr>
          </a:lstStyle>
          <a:p>
            <a:endParaRPr/>
          </a:p>
        </p:txBody>
      </p:sp>
      <p:sp>
        <p:nvSpPr>
          <p:cNvPr id="60" name="Google Shape;60;p6"/>
          <p:cNvSpPr txBox="1">
            <a:spLocks noGrp="1"/>
          </p:cNvSpPr>
          <p:nvPr>
            <p:ph type="body" idx="4"/>
          </p:nvPr>
        </p:nvSpPr>
        <p:spPr>
          <a:xfrm>
            <a:off x="6666635" y="2851331"/>
            <a:ext cx="3899798" cy="3071434"/>
          </a:xfrm>
          <a:prstGeom prst="rect">
            <a:avLst/>
          </a:prstGeom>
          <a:noFill/>
          <a:ln>
            <a:noFill/>
          </a:ln>
        </p:spPr>
        <p:txBody>
          <a:bodyPr spcFirstLastPara="1" wrap="square" lIns="91425" tIns="45700" rIns="91425" bIns="45700" anchor="t" anchorCtr="0">
            <a:normAutofit/>
          </a:bodyPr>
          <a:lstStyle>
            <a:lvl1pPr marL="457200" lvl="0" indent="-331470" algn="l">
              <a:lnSpc>
                <a:spcPct val="120000"/>
              </a:lnSpc>
              <a:spcBef>
                <a:spcPts val="500"/>
              </a:spcBef>
              <a:spcAft>
                <a:spcPts val="0"/>
              </a:spcAft>
              <a:buSzPts val="1620"/>
              <a:buChar char="▪"/>
              <a:defRPr/>
            </a:lvl1pPr>
            <a:lvl2pPr marL="914400" lvl="1" indent="-331469" algn="l">
              <a:lnSpc>
                <a:spcPct val="120000"/>
              </a:lnSpc>
              <a:spcBef>
                <a:spcPts val="600"/>
              </a:spcBef>
              <a:spcAft>
                <a:spcPts val="0"/>
              </a:spcAft>
              <a:buSzPts val="1620"/>
              <a:buChar char="▪"/>
              <a:defRPr/>
            </a:lvl2pPr>
            <a:lvl3pPr marL="1371600" lvl="2" indent="-331469" algn="l">
              <a:lnSpc>
                <a:spcPct val="120000"/>
              </a:lnSpc>
              <a:spcBef>
                <a:spcPts val="600"/>
              </a:spcBef>
              <a:spcAft>
                <a:spcPts val="0"/>
              </a:spcAft>
              <a:buSzPts val="1620"/>
              <a:buChar char="▪"/>
              <a:defRPr/>
            </a:lvl3pPr>
            <a:lvl4pPr marL="1828800" lvl="3" indent="-331469" algn="l">
              <a:lnSpc>
                <a:spcPct val="120000"/>
              </a:lnSpc>
              <a:spcBef>
                <a:spcPts val="600"/>
              </a:spcBef>
              <a:spcAft>
                <a:spcPts val="0"/>
              </a:spcAft>
              <a:buSzPts val="1620"/>
              <a:buChar char="▪"/>
              <a:defRPr/>
            </a:lvl4pPr>
            <a:lvl5pPr marL="2286000" lvl="4" indent="-331470" algn="l">
              <a:lnSpc>
                <a:spcPct val="120000"/>
              </a:lnSpc>
              <a:spcBef>
                <a:spcPts val="600"/>
              </a:spcBef>
              <a:spcAft>
                <a:spcPts val="0"/>
              </a:spcAft>
              <a:buSzPts val="1620"/>
              <a:buChar char="▪"/>
              <a:defRPr/>
            </a:lvl5pPr>
            <a:lvl6pPr marL="2743200" lvl="5" indent="-331470" algn="l">
              <a:lnSpc>
                <a:spcPct val="120000"/>
              </a:lnSpc>
              <a:spcBef>
                <a:spcPts val="600"/>
              </a:spcBef>
              <a:spcAft>
                <a:spcPts val="0"/>
              </a:spcAft>
              <a:buSzPts val="1620"/>
              <a:buChar char="▪"/>
              <a:defRPr/>
            </a:lvl6pPr>
            <a:lvl7pPr marL="3200400" lvl="6" indent="-331470" algn="l">
              <a:lnSpc>
                <a:spcPct val="120000"/>
              </a:lnSpc>
              <a:spcBef>
                <a:spcPts val="600"/>
              </a:spcBef>
              <a:spcAft>
                <a:spcPts val="0"/>
              </a:spcAft>
              <a:buSzPts val="1620"/>
              <a:buChar char="▪"/>
              <a:defRPr/>
            </a:lvl7pPr>
            <a:lvl8pPr marL="3657600" lvl="7" indent="-331470" algn="l">
              <a:lnSpc>
                <a:spcPct val="120000"/>
              </a:lnSpc>
              <a:spcBef>
                <a:spcPts val="600"/>
              </a:spcBef>
              <a:spcAft>
                <a:spcPts val="0"/>
              </a:spcAft>
              <a:buSzPts val="1620"/>
              <a:buChar char="▪"/>
              <a:defRPr/>
            </a:lvl8pPr>
            <a:lvl9pPr marL="4114800" lvl="8" indent="-331470" algn="l">
              <a:lnSpc>
                <a:spcPct val="120000"/>
              </a:lnSpc>
              <a:spcBef>
                <a:spcPts val="600"/>
              </a:spcBef>
              <a:spcAft>
                <a:spcPts val="600"/>
              </a:spcAft>
              <a:buSzPts val="1620"/>
              <a:buChar char="▪"/>
              <a:defRPr/>
            </a:lvl9pPr>
          </a:lstStyle>
          <a:p>
            <a:endParaRPr/>
          </a:p>
        </p:txBody>
      </p:sp>
      <p:sp>
        <p:nvSpPr>
          <p:cNvPr id="61" name="Google Shape;61;p6"/>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6"/>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7"/>
          <p:cNvSpPr/>
          <p:nvPr/>
        </p:nvSpPr>
        <p:spPr>
          <a:xfrm>
            <a:off x="1004479" y="0"/>
            <a:ext cx="10372316" cy="6858000"/>
          </a:xfrm>
          <a:prstGeom prst="rect">
            <a:avLst/>
          </a:prstGeom>
          <a:solidFill>
            <a:schemeClr val="dk2">
              <a:alpha val="9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7"/>
          <p:cNvSpPr/>
          <p:nvPr/>
        </p:nvSpPr>
        <p:spPr>
          <a:xfrm>
            <a:off x="11377328" y="0"/>
            <a:ext cx="27432"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7"/>
          <p:cNvSpPr txBox="1">
            <a:spLocks noGrp="1"/>
          </p:cNvSpPr>
          <p:nvPr>
            <p:ph type="title"/>
          </p:nvPr>
        </p:nvSpPr>
        <p:spPr>
          <a:xfrm>
            <a:off x="2611808" y="808056"/>
            <a:ext cx="7958331" cy="1077229"/>
          </a:xfrm>
          <a:prstGeom prst="rect">
            <a:avLst/>
          </a:prstGeom>
          <a:noFill/>
          <a:ln>
            <a:noFill/>
          </a:ln>
        </p:spPr>
        <p:txBody>
          <a:bodyPr spcFirstLastPara="1" wrap="square" lIns="91425" tIns="45700" rIns="91425" bIns="45700" anchor="t" anchorCtr="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7"/>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7"/>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7"/>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1" name="Google Shape;71;p7"/>
          <p:cNvSpPr txBox="1"/>
          <p:nvPr/>
        </p:nvSpPr>
        <p:spPr>
          <a:xfrm>
            <a:off x="2196172" y="641226"/>
            <a:ext cx="41563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chemeClr val="accent6"/>
                </a:solidFill>
                <a:latin typeface="Noto Sans Symbols"/>
                <a:ea typeface="Noto Sans Symbols"/>
                <a:cs typeface="Noto Sans Symbols"/>
                <a:sym typeface="Noto Sans Symbols"/>
              </a:rPr>
              <a:t>◤</a:t>
            </a:r>
            <a:endParaRPr sz="1000">
              <a:solidFill>
                <a:schemeClr val="accent6"/>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8"/>
          <p:cNvSpPr/>
          <p:nvPr/>
        </p:nvSpPr>
        <p:spPr>
          <a:xfrm>
            <a:off x="1004479" y="0"/>
            <a:ext cx="10372316" cy="6858000"/>
          </a:xfrm>
          <a:prstGeom prst="rect">
            <a:avLst/>
          </a:prstGeom>
          <a:solidFill>
            <a:schemeClr val="dk2">
              <a:alpha val="9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a:off x="11377328" y="0"/>
            <a:ext cx="27432"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8"/>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8"/>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8"/>
        <p:cNvGrpSpPr/>
        <p:nvPr/>
      </p:nvGrpSpPr>
      <p:grpSpPr>
        <a:xfrm>
          <a:off x="0" y="0"/>
          <a:ext cx="0" cy="0"/>
          <a:chOff x="0" y="0"/>
          <a:chExt cx="0" cy="0"/>
        </a:xfrm>
      </p:grpSpPr>
      <p:sp>
        <p:nvSpPr>
          <p:cNvPr id="79" name="Google Shape;79;p9"/>
          <p:cNvSpPr/>
          <p:nvPr/>
        </p:nvSpPr>
        <p:spPr>
          <a:xfrm>
            <a:off x="1004479" y="0"/>
            <a:ext cx="10372316" cy="6858000"/>
          </a:xfrm>
          <a:prstGeom prst="rect">
            <a:avLst/>
          </a:prstGeom>
          <a:solidFill>
            <a:schemeClr val="dk2">
              <a:alpha val="9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9"/>
          <p:cNvSpPr/>
          <p:nvPr/>
        </p:nvSpPr>
        <p:spPr>
          <a:xfrm>
            <a:off x="11377328" y="0"/>
            <a:ext cx="27432"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9"/>
          <p:cNvSpPr txBox="1"/>
          <p:nvPr/>
        </p:nvSpPr>
        <p:spPr>
          <a:xfrm>
            <a:off x="1554154" y="1127550"/>
            <a:ext cx="41563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chemeClr val="accent6"/>
                </a:solidFill>
                <a:latin typeface="Noto Sans Symbols"/>
                <a:ea typeface="Noto Sans Symbols"/>
                <a:cs typeface="Noto Sans Symbols"/>
                <a:sym typeface="Noto Sans Symbols"/>
              </a:rPr>
              <a:t>◤</a:t>
            </a:r>
            <a:endParaRPr sz="1000">
              <a:solidFill>
                <a:schemeClr val="accent6"/>
              </a:solidFill>
              <a:latin typeface="Arial"/>
              <a:ea typeface="Arial"/>
              <a:cs typeface="Arial"/>
              <a:sym typeface="Arial"/>
            </a:endParaRPr>
          </a:p>
        </p:txBody>
      </p:sp>
      <p:sp>
        <p:nvSpPr>
          <p:cNvPr id="82" name="Google Shape;82;p9"/>
          <p:cNvSpPr txBox="1">
            <a:spLocks noGrp="1"/>
          </p:cNvSpPr>
          <p:nvPr>
            <p:ph type="title"/>
          </p:nvPr>
        </p:nvSpPr>
        <p:spPr>
          <a:xfrm>
            <a:off x="1970323" y="1282451"/>
            <a:ext cx="2664361" cy="190324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9"/>
          <p:cNvSpPr txBox="1">
            <a:spLocks noGrp="1"/>
          </p:cNvSpPr>
          <p:nvPr>
            <p:ph type="body" idx="1"/>
          </p:nvPr>
        </p:nvSpPr>
        <p:spPr>
          <a:xfrm>
            <a:off x="5120154" y="805818"/>
            <a:ext cx="5446278" cy="5244126"/>
          </a:xfrm>
          <a:prstGeom prst="rect">
            <a:avLst/>
          </a:prstGeom>
          <a:noFill/>
          <a:ln>
            <a:noFill/>
          </a:ln>
        </p:spPr>
        <p:txBody>
          <a:bodyPr spcFirstLastPara="1" wrap="square" lIns="91425" tIns="45700" rIns="91425" bIns="45700" anchor="ctr" anchorCtr="0">
            <a:normAutofit/>
          </a:bodyPr>
          <a:lstStyle>
            <a:lvl1pPr marL="457200" lvl="0" indent="-331470" algn="l">
              <a:lnSpc>
                <a:spcPct val="120000"/>
              </a:lnSpc>
              <a:spcBef>
                <a:spcPts val="500"/>
              </a:spcBef>
              <a:spcAft>
                <a:spcPts val="0"/>
              </a:spcAft>
              <a:buSzPts val="1620"/>
              <a:buChar char="▪"/>
              <a:defRPr/>
            </a:lvl1pPr>
            <a:lvl2pPr marL="914400" lvl="1" indent="-331469" algn="l">
              <a:lnSpc>
                <a:spcPct val="120000"/>
              </a:lnSpc>
              <a:spcBef>
                <a:spcPts val="600"/>
              </a:spcBef>
              <a:spcAft>
                <a:spcPts val="0"/>
              </a:spcAft>
              <a:buSzPts val="1620"/>
              <a:buChar char="▪"/>
              <a:defRPr/>
            </a:lvl2pPr>
            <a:lvl3pPr marL="1371600" lvl="2" indent="-331469" algn="l">
              <a:lnSpc>
                <a:spcPct val="120000"/>
              </a:lnSpc>
              <a:spcBef>
                <a:spcPts val="600"/>
              </a:spcBef>
              <a:spcAft>
                <a:spcPts val="0"/>
              </a:spcAft>
              <a:buSzPts val="1620"/>
              <a:buChar char="▪"/>
              <a:defRPr/>
            </a:lvl3pPr>
            <a:lvl4pPr marL="1828800" lvl="3" indent="-331469" algn="l">
              <a:lnSpc>
                <a:spcPct val="120000"/>
              </a:lnSpc>
              <a:spcBef>
                <a:spcPts val="600"/>
              </a:spcBef>
              <a:spcAft>
                <a:spcPts val="0"/>
              </a:spcAft>
              <a:buSzPts val="1620"/>
              <a:buChar char="▪"/>
              <a:defRPr/>
            </a:lvl4pPr>
            <a:lvl5pPr marL="2286000" lvl="4" indent="-331470" algn="l">
              <a:lnSpc>
                <a:spcPct val="120000"/>
              </a:lnSpc>
              <a:spcBef>
                <a:spcPts val="600"/>
              </a:spcBef>
              <a:spcAft>
                <a:spcPts val="0"/>
              </a:spcAft>
              <a:buSzPts val="1620"/>
              <a:buChar char="▪"/>
              <a:defRPr/>
            </a:lvl5pPr>
            <a:lvl6pPr marL="2743200" lvl="5" indent="-331470" algn="l">
              <a:lnSpc>
                <a:spcPct val="120000"/>
              </a:lnSpc>
              <a:spcBef>
                <a:spcPts val="600"/>
              </a:spcBef>
              <a:spcAft>
                <a:spcPts val="0"/>
              </a:spcAft>
              <a:buSzPts val="1620"/>
              <a:buChar char="▪"/>
              <a:defRPr/>
            </a:lvl6pPr>
            <a:lvl7pPr marL="3200400" lvl="6" indent="-331470" algn="l">
              <a:lnSpc>
                <a:spcPct val="120000"/>
              </a:lnSpc>
              <a:spcBef>
                <a:spcPts val="600"/>
              </a:spcBef>
              <a:spcAft>
                <a:spcPts val="0"/>
              </a:spcAft>
              <a:buSzPts val="1620"/>
              <a:buChar char="▪"/>
              <a:defRPr/>
            </a:lvl7pPr>
            <a:lvl8pPr marL="3657600" lvl="7" indent="-331470" algn="l">
              <a:lnSpc>
                <a:spcPct val="120000"/>
              </a:lnSpc>
              <a:spcBef>
                <a:spcPts val="600"/>
              </a:spcBef>
              <a:spcAft>
                <a:spcPts val="0"/>
              </a:spcAft>
              <a:buSzPts val="1620"/>
              <a:buChar char="▪"/>
              <a:defRPr/>
            </a:lvl8pPr>
            <a:lvl9pPr marL="4114800" lvl="8" indent="-331470" algn="l">
              <a:lnSpc>
                <a:spcPct val="120000"/>
              </a:lnSpc>
              <a:spcBef>
                <a:spcPts val="600"/>
              </a:spcBef>
              <a:spcAft>
                <a:spcPts val="600"/>
              </a:spcAft>
              <a:buSzPts val="1620"/>
              <a:buChar char="▪"/>
              <a:defRPr/>
            </a:lvl9pPr>
          </a:lstStyle>
          <a:p>
            <a:endParaRPr/>
          </a:p>
        </p:txBody>
      </p:sp>
      <p:sp>
        <p:nvSpPr>
          <p:cNvPr id="84" name="Google Shape;84;p9"/>
          <p:cNvSpPr txBox="1">
            <a:spLocks noGrp="1"/>
          </p:cNvSpPr>
          <p:nvPr>
            <p:ph type="body" idx="2"/>
          </p:nvPr>
        </p:nvSpPr>
        <p:spPr>
          <a:xfrm>
            <a:off x="1970322" y="3186154"/>
            <a:ext cx="2664361" cy="2386397"/>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500"/>
              </a:spcBef>
              <a:spcAft>
                <a:spcPts val="0"/>
              </a:spcAft>
              <a:buSzPts val="1440"/>
              <a:buNone/>
              <a:defRPr sz="1600"/>
            </a:lvl1pPr>
            <a:lvl2pPr marL="914400" lvl="1" indent="-228600" algn="l">
              <a:lnSpc>
                <a:spcPct val="120000"/>
              </a:lnSpc>
              <a:spcBef>
                <a:spcPts val="600"/>
              </a:spcBef>
              <a:spcAft>
                <a:spcPts val="0"/>
              </a:spcAft>
              <a:buSzPts val="1260"/>
              <a:buNone/>
              <a:defRPr sz="1400"/>
            </a:lvl2pPr>
            <a:lvl3pPr marL="1371600" lvl="2" indent="-228600" algn="l">
              <a:lnSpc>
                <a:spcPct val="120000"/>
              </a:lnSpc>
              <a:spcBef>
                <a:spcPts val="600"/>
              </a:spcBef>
              <a:spcAft>
                <a:spcPts val="0"/>
              </a:spcAft>
              <a:buSzPts val="1080"/>
              <a:buNone/>
              <a:defRPr sz="1200"/>
            </a:lvl3pPr>
            <a:lvl4pPr marL="1828800" lvl="3" indent="-228600" algn="l">
              <a:lnSpc>
                <a:spcPct val="120000"/>
              </a:lnSpc>
              <a:spcBef>
                <a:spcPts val="600"/>
              </a:spcBef>
              <a:spcAft>
                <a:spcPts val="0"/>
              </a:spcAft>
              <a:buSzPts val="900"/>
              <a:buNone/>
              <a:defRPr sz="1000"/>
            </a:lvl4pPr>
            <a:lvl5pPr marL="2286000" lvl="4" indent="-228600" algn="l">
              <a:lnSpc>
                <a:spcPct val="120000"/>
              </a:lnSpc>
              <a:spcBef>
                <a:spcPts val="600"/>
              </a:spcBef>
              <a:spcAft>
                <a:spcPts val="0"/>
              </a:spcAft>
              <a:buSzPts val="900"/>
              <a:buNone/>
              <a:defRPr sz="1000"/>
            </a:lvl5pPr>
            <a:lvl6pPr marL="2743200" lvl="5" indent="-228600" algn="l">
              <a:lnSpc>
                <a:spcPct val="120000"/>
              </a:lnSpc>
              <a:spcBef>
                <a:spcPts val="600"/>
              </a:spcBef>
              <a:spcAft>
                <a:spcPts val="0"/>
              </a:spcAft>
              <a:buSzPts val="900"/>
              <a:buNone/>
              <a:defRPr sz="1000"/>
            </a:lvl6pPr>
            <a:lvl7pPr marL="3200400" lvl="6" indent="-228600" algn="l">
              <a:lnSpc>
                <a:spcPct val="120000"/>
              </a:lnSpc>
              <a:spcBef>
                <a:spcPts val="600"/>
              </a:spcBef>
              <a:spcAft>
                <a:spcPts val="0"/>
              </a:spcAft>
              <a:buSzPts val="900"/>
              <a:buNone/>
              <a:defRPr sz="1000"/>
            </a:lvl7pPr>
            <a:lvl8pPr marL="3657600" lvl="7" indent="-228600" algn="l">
              <a:lnSpc>
                <a:spcPct val="120000"/>
              </a:lnSpc>
              <a:spcBef>
                <a:spcPts val="600"/>
              </a:spcBef>
              <a:spcAft>
                <a:spcPts val="0"/>
              </a:spcAft>
              <a:buSzPts val="900"/>
              <a:buNone/>
              <a:defRPr sz="1000"/>
            </a:lvl8pPr>
            <a:lvl9pPr marL="4114800" lvl="8" indent="-228600" algn="l">
              <a:lnSpc>
                <a:spcPct val="120000"/>
              </a:lnSpc>
              <a:spcBef>
                <a:spcPts val="600"/>
              </a:spcBef>
              <a:spcAft>
                <a:spcPts val="600"/>
              </a:spcAft>
              <a:buSzPts val="900"/>
              <a:buNone/>
              <a:defRPr sz="1000"/>
            </a:lvl9pPr>
          </a:lstStyle>
          <a:p>
            <a:endParaRPr/>
          </a:p>
        </p:txBody>
      </p:sp>
      <p:sp>
        <p:nvSpPr>
          <p:cNvPr id="85" name="Google Shape;85;p9"/>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9"/>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9"/>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8"/>
        <p:cNvGrpSpPr/>
        <p:nvPr/>
      </p:nvGrpSpPr>
      <p:grpSpPr>
        <a:xfrm>
          <a:off x="0" y="0"/>
          <a:ext cx="0" cy="0"/>
          <a:chOff x="0" y="0"/>
          <a:chExt cx="0" cy="0"/>
        </a:xfrm>
      </p:grpSpPr>
      <p:sp>
        <p:nvSpPr>
          <p:cNvPr id="89" name="Google Shape;89;p10"/>
          <p:cNvSpPr/>
          <p:nvPr/>
        </p:nvSpPr>
        <p:spPr>
          <a:xfrm>
            <a:off x="1004479" y="0"/>
            <a:ext cx="10372316" cy="6858000"/>
          </a:xfrm>
          <a:prstGeom prst="rect">
            <a:avLst/>
          </a:prstGeom>
          <a:solidFill>
            <a:schemeClr val="dk2">
              <a:alpha val="9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0"/>
          <p:cNvSpPr/>
          <p:nvPr/>
        </p:nvSpPr>
        <p:spPr>
          <a:xfrm>
            <a:off x="11377328" y="0"/>
            <a:ext cx="27432"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0"/>
          <p:cNvSpPr>
            <a:spLocks noGrp="1"/>
          </p:cNvSpPr>
          <p:nvPr>
            <p:ph type="pic" idx="2"/>
          </p:nvPr>
        </p:nvSpPr>
        <p:spPr>
          <a:xfrm>
            <a:off x="6747062" y="3229"/>
            <a:ext cx="4629734" cy="6858000"/>
          </a:xfrm>
          <a:prstGeom prst="rect">
            <a:avLst/>
          </a:prstGeom>
          <a:solidFill>
            <a:schemeClr val="lt1">
              <a:alpha val="9803"/>
            </a:schemeClr>
          </a:solidFill>
          <a:ln>
            <a:noFill/>
          </a:ln>
        </p:spPr>
      </p:sp>
      <p:sp>
        <p:nvSpPr>
          <p:cNvPr id="92" name="Google Shape;92;p10"/>
          <p:cNvSpPr txBox="1"/>
          <p:nvPr/>
        </p:nvSpPr>
        <p:spPr>
          <a:xfrm>
            <a:off x="1554686" y="1127550"/>
            <a:ext cx="41563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chemeClr val="accent6"/>
                </a:solidFill>
                <a:latin typeface="Noto Sans Symbols"/>
                <a:ea typeface="Noto Sans Symbols"/>
                <a:cs typeface="Noto Sans Symbols"/>
                <a:sym typeface="Noto Sans Symbols"/>
              </a:rPr>
              <a:t>◤</a:t>
            </a:r>
            <a:endParaRPr sz="1000">
              <a:solidFill>
                <a:schemeClr val="accent6"/>
              </a:solidFill>
              <a:latin typeface="Arial"/>
              <a:ea typeface="Arial"/>
              <a:cs typeface="Arial"/>
              <a:sym typeface="Arial"/>
            </a:endParaRPr>
          </a:p>
        </p:txBody>
      </p:sp>
      <p:sp>
        <p:nvSpPr>
          <p:cNvPr id="93" name="Google Shape;93;p10"/>
          <p:cNvSpPr txBox="1">
            <a:spLocks noGrp="1"/>
          </p:cNvSpPr>
          <p:nvPr>
            <p:ph type="title"/>
          </p:nvPr>
        </p:nvSpPr>
        <p:spPr>
          <a:xfrm>
            <a:off x="1971241" y="1282452"/>
            <a:ext cx="3970986" cy="190047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0"/>
          <p:cNvSpPr txBox="1">
            <a:spLocks noGrp="1"/>
          </p:cNvSpPr>
          <p:nvPr>
            <p:ph type="body" idx="1"/>
          </p:nvPr>
        </p:nvSpPr>
        <p:spPr>
          <a:xfrm>
            <a:off x="1970322" y="3182928"/>
            <a:ext cx="3971874" cy="238639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500"/>
              </a:spcBef>
              <a:spcAft>
                <a:spcPts val="0"/>
              </a:spcAft>
              <a:buSzPts val="1800"/>
              <a:buNone/>
              <a:defRPr sz="2000"/>
            </a:lvl1pPr>
            <a:lvl2pPr marL="914400" lvl="1" indent="-228600" algn="l">
              <a:lnSpc>
                <a:spcPct val="120000"/>
              </a:lnSpc>
              <a:spcBef>
                <a:spcPts val="600"/>
              </a:spcBef>
              <a:spcAft>
                <a:spcPts val="0"/>
              </a:spcAft>
              <a:buSzPts val="1260"/>
              <a:buNone/>
              <a:defRPr sz="1400"/>
            </a:lvl2pPr>
            <a:lvl3pPr marL="1371600" lvl="2" indent="-228600" algn="l">
              <a:lnSpc>
                <a:spcPct val="120000"/>
              </a:lnSpc>
              <a:spcBef>
                <a:spcPts val="600"/>
              </a:spcBef>
              <a:spcAft>
                <a:spcPts val="0"/>
              </a:spcAft>
              <a:buSzPts val="1080"/>
              <a:buNone/>
              <a:defRPr sz="1200"/>
            </a:lvl3pPr>
            <a:lvl4pPr marL="1828800" lvl="3" indent="-228600" algn="l">
              <a:lnSpc>
                <a:spcPct val="120000"/>
              </a:lnSpc>
              <a:spcBef>
                <a:spcPts val="600"/>
              </a:spcBef>
              <a:spcAft>
                <a:spcPts val="0"/>
              </a:spcAft>
              <a:buSzPts val="900"/>
              <a:buNone/>
              <a:defRPr sz="1000"/>
            </a:lvl4pPr>
            <a:lvl5pPr marL="2286000" lvl="4" indent="-228600" algn="l">
              <a:lnSpc>
                <a:spcPct val="120000"/>
              </a:lnSpc>
              <a:spcBef>
                <a:spcPts val="600"/>
              </a:spcBef>
              <a:spcAft>
                <a:spcPts val="0"/>
              </a:spcAft>
              <a:buSzPts val="900"/>
              <a:buNone/>
              <a:defRPr sz="1000"/>
            </a:lvl5pPr>
            <a:lvl6pPr marL="2743200" lvl="5" indent="-228600" algn="l">
              <a:lnSpc>
                <a:spcPct val="120000"/>
              </a:lnSpc>
              <a:spcBef>
                <a:spcPts val="600"/>
              </a:spcBef>
              <a:spcAft>
                <a:spcPts val="0"/>
              </a:spcAft>
              <a:buSzPts val="900"/>
              <a:buNone/>
              <a:defRPr sz="1000"/>
            </a:lvl6pPr>
            <a:lvl7pPr marL="3200400" lvl="6" indent="-228600" algn="l">
              <a:lnSpc>
                <a:spcPct val="120000"/>
              </a:lnSpc>
              <a:spcBef>
                <a:spcPts val="600"/>
              </a:spcBef>
              <a:spcAft>
                <a:spcPts val="0"/>
              </a:spcAft>
              <a:buSzPts val="900"/>
              <a:buNone/>
              <a:defRPr sz="1000"/>
            </a:lvl7pPr>
            <a:lvl8pPr marL="3657600" lvl="7" indent="-228600" algn="l">
              <a:lnSpc>
                <a:spcPct val="120000"/>
              </a:lnSpc>
              <a:spcBef>
                <a:spcPts val="600"/>
              </a:spcBef>
              <a:spcAft>
                <a:spcPts val="0"/>
              </a:spcAft>
              <a:buSzPts val="900"/>
              <a:buNone/>
              <a:defRPr sz="1000"/>
            </a:lvl8pPr>
            <a:lvl9pPr marL="4114800" lvl="8" indent="-228600" algn="l">
              <a:lnSpc>
                <a:spcPct val="120000"/>
              </a:lnSpc>
              <a:spcBef>
                <a:spcPts val="600"/>
              </a:spcBef>
              <a:spcAft>
                <a:spcPts val="600"/>
              </a:spcAft>
              <a:buSzPts val="900"/>
              <a:buNone/>
              <a:defRPr sz="1000"/>
            </a:lvl9pPr>
          </a:lstStyle>
          <a:p>
            <a:endParaRPr/>
          </a:p>
        </p:txBody>
      </p:sp>
      <p:sp>
        <p:nvSpPr>
          <p:cNvPr id="95" name="Google Shape;95;p10"/>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0"/>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0"/>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8"/>
        <p:cNvGrpSpPr/>
        <p:nvPr/>
      </p:nvGrpSpPr>
      <p:grpSpPr>
        <a:xfrm>
          <a:off x="0" y="0"/>
          <a:ext cx="0" cy="0"/>
          <a:chOff x="0" y="0"/>
          <a:chExt cx="0" cy="0"/>
        </a:xfrm>
      </p:grpSpPr>
      <p:sp>
        <p:nvSpPr>
          <p:cNvPr id="99" name="Google Shape;99;p11"/>
          <p:cNvSpPr/>
          <p:nvPr/>
        </p:nvSpPr>
        <p:spPr>
          <a:xfrm>
            <a:off x="1004479" y="0"/>
            <a:ext cx="10372316" cy="6858000"/>
          </a:xfrm>
          <a:prstGeom prst="rect">
            <a:avLst/>
          </a:prstGeom>
          <a:solidFill>
            <a:schemeClr val="dk2">
              <a:alpha val="9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1"/>
          <p:cNvSpPr/>
          <p:nvPr/>
        </p:nvSpPr>
        <p:spPr>
          <a:xfrm>
            <a:off x="11377328" y="0"/>
            <a:ext cx="27432"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1"/>
          <p:cNvSpPr txBox="1"/>
          <p:nvPr/>
        </p:nvSpPr>
        <p:spPr>
          <a:xfrm>
            <a:off x="2194236" y="641225"/>
            <a:ext cx="41563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chemeClr val="accent6"/>
                </a:solidFill>
                <a:latin typeface="Noto Sans Symbols"/>
                <a:ea typeface="Noto Sans Symbols"/>
                <a:cs typeface="Noto Sans Symbols"/>
                <a:sym typeface="Noto Sans Symbols"/>
              </a:rPr>
              <a:t>◤</a:t>
            </a:r>
            <a:endParaRPr sz="1000">
              <a:solidFill>
                <a:schemeClr val="accent6"/>
              </a:solidFill>
              <a:latin typeface="Arial"/>
              <a:ea typeface="Arial"/>
              <a:cs typeface="Arial"/>
              <a:sym typeface="Arial"/>
            </a:endParaRPr>
          </a:p>
        </p:txBody>
      </p:sp>
      <p:sp>
        <p:nvSpPr>
          <p:cNvPr id="102" name="Google Shape;102;p11"/>
          <p:cNvSpPr txBox="1">
            <a:spLocks noGrp="1"/>
          </p:cNvSpPr>
          <p:nvPr>
            <p:ph type="title"/>
          </p:nvPr>
        </p:nvSpPr>
        <p:spPr>
          <a:xfrm>
            <a:off x="2611808" y="808056"/>
            <a:ext cx="7954091" cy="1077229"/>
          </a:xfrm>
          <a:prstGeom prst="rect">
            <a:avLst/>
          </a:prstGeom>
          <a:noFill/>
          <a:ln>
            <a:noFill/>
          </a:ln>
        </p:spPr>
        <p:txBody>
          <a:bodyPr spcFirstLastPara="1" wrap="square" lIns="91425" tIns="45700" rIns="91425" bIns="45700" anchor="t" anchorCtr="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11"/>
          <p:cNvSpPr txBox="1">
            <a:spLocks noGrp="1"/>
          </p:cNvSpPr>
          <p:nvPr>
            <p:ph type="body" idx="1"/>
          </p:nvPr>
        </p:nvSpPr>
        <p:spPr>
          <a:xfrm rot="5400000">
            <a:off x="4672955" y="152760"/>
            <a:ext cx="3997828" cy="7796540"/>
          </a:xfrm>
          <a:prstGeom prst="rect">
            <a:avLst/>
          </a:prstGeom>
          <a:noFill/>
          <a:ln>
            <a:noFill/>
          </a:ln>
        </p:spPr>
        <p:txBody>
          <a:bodyPr spcFirstLastPara="1" wrap="square" lIns="91425" tIns="45700" rIns="91425" bIns="45700" anchor="t" anchorCtr="0">
            <a:normAutofit/>
          </a:bodyPr>
          <a:lstStyle>
            <a:lvl1pPr marL="457200" lvl="0" indent="-331470" algn="l">
              <a:lnSpc>
                <a:spcPct val="120000"/>
              </a:lnSpc>
              <a:spcBef>
                <a:spcPts val="500"/>
              </a:spcBef>
              <a:spcAft>
                <a:spcPts val="0"/>
              </a:spcAft>
              <a:buSzPts val="1620"/>
              <a:buChar char="▪"/>
              <a:defRPr/>
            </a:lvl1pPr>
            <a:lvl2pPr marL="914400" lvl="1" indent="-331469" algn="l">
              <a:lnSpc>
                <a:spcPct val="120000"/>
              </a:lnSpc>
              <a:spcBef>
                <a:spcPts val="600"/>
              </a:spcBef>
              <a:spcAft>
                <a:spcPts val="0"/>
              </a:spcAft>
              <a:buSzPts val="1620"/>
              <a:buChar char="▪"/>
              <a:defRPr/>
            </a:lvl2pPr>
            <a:lvl3pPr marL="1371600" lvl="2" indent="-331469" algn="l">
              <a:lnSpc>
                <a:spcPct val="120000"/>
              </a:lnSpc>
              <a:spcBef>
                <a:spcPts val="600"/>
              </a:spcBef>
              <a:spcAft>
                <a:spcPts val="0"/>
              </a:spcAft>
              <a:buSzPts val="1620"/>
              <a:buChar char="▪"/>
              <a:defRPr/>
            </a:lvl3pPr>
            <a:lvl4pPr marL="1828800" lvl="3" indent="-331469" algn="l">
              <a:lnSpc>
                <a:spcPct val="120000"/>
              </a:lnSpc>
              <a:spcBef>
                <a:spcPts val="600"/>
              </a:spcBef>
              <a:spcAft>
                <a:spcPts val="0"/>
              </a:spcAft>
              <a:buSzPts val="1620"/>
              <a:buChar char="▪"/>
              <a:defRPr/>
            </a:lvl4pPr>
            <a:lvl5pPr marL="2286000" lvl="4" indent="-331470" algn="l">
              <a:lnSpc>
                <a:spcPct val="120000"/>
              </a:lnSpc>
              <a:spcBef>
                <a:spcPts val="600"/>
              </a:spcBef>
              <a:spcAft>
                <a:spcPts val="0"/>
              </a:spcAft>
              <a:buSzPts val="1620"/>
              <a:buChar char="▪"/>
              <a:defRPr/>
            </a:lvl5pPr>
            <a:lvl6pPr marL="2743200" lvl="5" indent="-331470" algn="l">
              <a:lnSpc>
                <a:spcPct val="120000"/>
              </a:lnSpc>
              <a:spcBef>
                <a:spcPts val="600"/>
              </a:spcBef>
              <a:spcAft>
                <a:spcPts val="0"/>
              </a:spcAft>
              <a:buSzPts val="1620"/>
              <a:buChar char="▪"/>
              <a:defRPr/>
            </a:lvl6pPr>
            <a:lvl7pPr marL="3200400" lvl="6" indent="-331470" algn="l">
              <a:lnSpc>
                <a:spcPct val="120000"/>
              </a:lnSpc>
              <a:spcBef>
                <a:spcPts val="600"/>
              </a:spcBef>
              <a:spcAft>
                <a:spcPts val="0"/>
              </a:spcAft>
              <a:buSzPts val="1620"/>
              <a:buChar char="▪"/>
              <a:defRPr/>
            </a:lvl7pPr>
            <a:lvl8pPr marL="3657600" lvl="7" indent="-331470" algn="l">
              <a:lnSpc>
                <a:spcPct val="120000"/>
              </a:lnSpc>
              <a:spcBef>
                <a:spcPts val="600"/>
              </a:spcBef>
              <a:spcAft>
                <a:spcPts val="0"/>
              </a:spcAft>
              <a:buSzPts val="1620"/>
              <a:buChar char="▪"/>
              <a:defRPr/>
            </a:lvl8pPr>
            <a:lvl9pPr marL="4114800" lvl="8" indent="-331470" algn="l">
              <a:lnSpc>
                <a:spcPct val="120000"/>
              </a:lnSpc>
              <a:spcBef>
                <a:spcPts val="600"/>
              </a:spcBef>
              <a:spcAft>
                <a:spcPts val="600"/>
              </a:spcAft>
              <a:buSzPts val="1620"/>
              <a:buChar char="▪"/>
              <a:defRPr/>
            </a:lvl9pPr>
          </a:lstStyle>
          <a:p>
            <a:endParaRPr/>
          </a:p>
        </p:txBody>
      </p:sp>
      <p:sp>
        <p:nvSpPr>
          <p:cNvPr id="104" name="Google Shape;104;p11"/>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1"/>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11"/>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7"/>
        <p:cNvGrpSpPr/>
        <p:nvPr/>
      </p:nvGrpSpPr>
      <p:grpSpPr>
        <a:xfrm>
          <a:off x="0" y="0"/>
          <a:ext cx="0" cy="0"/>
          <a:chOff x="0" y="0"/>
          <a:chExt cx="0" cy="0"/>
        </a:xfrm>
      </p:grpSpPr>
      <p:sp>
        <p:nvSpPr>
          <p:cNvPr id="108" name="Google Shape;108;p12"/>
          <p:cNvSpPr/>
          <p:nvPr/>
        </p:nvSpPr>
        <p:spPr>
          <a:xfrm>
            <a:off x="1004479" y="0"/>
            <a:ext cx="10372316" cy="6858000"/>
          </a:xfrm>
          <a:prstGeom prst="rect">
            <a:avLst/>
          </a:prstGeom>
          <a:solidFill>
            <a:schemeClr val="dk2">
              <a:alpha val="9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2"/>
          <p:cNvSpPr/>
          <p:nvPr/>
        </p:nvSpPr>
        <p:spPr>
          <a:xfrm>
            <a:off x="11377328" y="0"/>
            <a:ext cx="27432"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2"/>
          <p:cNvSpPr txBox="1"/>
          <p:nvPr/>
        </p:nvSpPr>
        <p:spPr>
          <a:xfrm rot="5400000">
            <a:off x="10337141" y="416061"/>
            <a:ext cx="41563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chemeClr val="accent6"/>
                </a:solidFill>
                <a:latin typeface="Noto Sans Symbols"/>
                <a:ea typeface="Noto Sans Symbols"/>
                <a:cs typeface="Noto Sans Symbols"/>
                <a:sym typeface="Noto Sans Symbols"/>
              </a:rPr>
              <a:t>◤</a:t>
            </a:r>
            <a:endParaRPr sz="1000">
              <a:solidFill>
                <a:schemeClr val="accent6"/>
              </a:solidFill>
              <a:latin typeface="Arial"/>
              <a:ea typeface="Arial"/>
              <a:cs typeface="Arial"/>
              <a:sym typeface="Arial"/>
            </a:endParaRPr>
          </a:p>
        </p:txBody>
      </p:sp>
      <p:sp>
        <p:nvSpPr>
          <p:cNvPr id="111" name="Google Shape;111;p12"/>
          <p:cNvSpPr txBox="1">
            <a:spLocks noGrp="1"/>
          </p:cNvSpPr>
          <p:nvPr>
            <p:ph type="title"/>
          </p:nvPr>
        </p:nvSpPr>
        <p:spPr>
          <a:xfrm rot="5400000">
            <a:off x="7280577" y="2764621"/>
            <a:ext cx="5244126" cy="132651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3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2" name="Google Shape;112;p12"/>
          <p:cNvSpPr txBox="1">
            <a:spLocks noGrp="1"/>
          </p:cNvSpPr>
          <p:nvPr>
            <p:ph type="body" idx="1"/>
          </p:nvPr>
        </p:nvSpPr>
        <p:spPr>
          <a:xfrm rot="5400000">
            <a:off x="3302436" y="276725"/>
            <a:ext cx="5079534" cy="6466903"/>
          </a:xfrm>
          <a:prstGeom prst="rect">
            <a:avLst/>
          </a:prstGeom>
          <a:noFill/>
          <a:ln>
            <a:noFill/>
          </a:ln>
        </p:spPr>
        <p:txBody>
          <a:bodyPr spcFirstLastPara="1" wrap="square" lIns="91425" tIns="45700" rIns="91425" bIns="45700" anchor="t" anchorCtr="0">
            <a:normAutofit/>
          </a:bodyPr>
          <a:lstStyle>
            <a:lvl1pPr marL="457200" lvl="0" indent="-331470" algn="l">
              <a:lnSpc>
                <a:spcPct val="120000"/>
              </a:lnSpc>
              <a:spcBef>
                <a:spcPts val="500"/>
              </a:spcBef>
              <a:spcAft>
                <a:spcPts val="0"/>
              </a:spcAft>
              <a:buSzPts val="1620"/>
              <a:buChar char="▪"/>
              <a:defRPr/>
            </a:lvl1pPr>
            <a:lvl2pPr marL="914400" lvl="1" indent="-331469" algn="l">
              <a:lnSpc>
                <a:spcPct val="120000"/>
              </a:lnSpc>
              <a:spcBef>
                <a:spcPts val="600"/>
              </a:spcBef>
              <a:spcAft>
                <a:spcPts val="0"/>
              </a:spcAft>
              <a:buSzPts val="1620"/>
              <a:buChar char="▪"/>
              <a:defRPr/>
            </a:lvl2pPr>
            <a:lvl3pPr marL="1371600" lvl="2" indent="-331469" algn="l">
              <a:lnSpc>
                <a:spcPct val="120000"/>
              </a:lnSpc>
              <a:spcBef>
                <a:spcPts val="600"/>
              </a:spcBef>
              <a:spcAft>
                <a:spcPts val="0"/>
              </a:spcAft>
              <a:buSzPts val="1620"/>
              <a:buChar char="▪"/>
              <a:defRPr/>
            </a:lvl3pPr>
            <a:lvl4pPr marL="1828800" lvl="3" indent="-331469" algn="l">
              <a:lnSpc>
                <a:spcPct val="120000"/>
              </a:lnSpc>
              <a:spcBef>
                <a:spcPts val="600"/>
              </a:spcBef>
              <a:spcAft>
                <a:spcPts val="0"/>
              </a:spcAft>
              <a:buSzPts val="1620"/>
              <a:buChar char="▪"/>
              <a:defRPr/>
            </a:lvl4pPr>
            <a:lvl5pPr marL="2286000" lvl="4" indent="-331470" algn="l">
              <a:lnSpc>
                <a:spcPct val="120000"/>
              </a:lnSpc>
              <a:spcBef>
                <a:spcPts val="600"/>
              </a:spcBef>
              <a:spcAft>
                <a:spcPts val="0"/>
              </a:spcAft>
              <a:buSzPts val="1620"/>
              <a:buChar char="▪"/>
              <a:defRPr/>
            </a:lvl5pPr>
            <a:lvl6pPr marL="2743200" lvl="5" indent="-331470" algn="l">
              <a:lnSpc>
                <a:spcPct val="120000"/>
              </a:lnSpc>
              <a:spcBef>
                <a:spcPts val="600"/>
              </a:spcBef>
              <a:spcAft>
                <a:spcPts val="0"/>
              </a:spcAft>
              <a:buSzPts val="1620"/>
              <a:buChar char="▪"/>
              <a:defRPr/>
            </a:lvl6pPr>
            <a:lvl7pPr marL="3200400" lvl="6" indent="-331470" algn="l">
              <a:lnSpc>
                <a:spcPct val="120000"/>
              </a:lnSpc>
              <a:spcBef>
                <a:spcPts val="600"/>
              </a:spcBef>
              <a:spcAft>
                <a:spcPts val="0"/>
              </a:spcAft>
              <a:buSzPts val="1620"/>
              <a:buChar char="▪"/>
              <a:defRPr/>
            </a:lvl7pPr>
            <a:lvl8pPr marL="3657600" lvl="7" indent="-331470" algn="l">
              <a:lnSpc>
                <a:spcPct val="120000"/>
              </a:lnSpc>
              <a:spcBef>
                <a:spcPts val="600"/>
              </a:spcBef>
              <a:spcAft>
                <a:spcPts val="0"/>
              </a:spcAft>
              <a:buSzPts val="1620"/>
              <a:buChar char="▪"/>
              <a:defRPr/>
            </a:lvl8pPr>
            <a:lvl9pPr marL="4114800" lvl="8" indent="-331470" algn="l">
              <a:lnSpc>
                <a:spcPct val="120000"/>
              </a:lnSpc>
              <a:spcBef>
                <a:spcPts val="600"/>
              </a:spcBef>
              <a:spcAft>
                <a:spcPts val="600"/>
              </a:spcAft>
              <a:buSzPts val="1620"/>
              <a:buChar char="▪"/>
              <a:defRPr/>
            </a:lvl9pPr>
          </a:lstStyle>
          <a:p>
            <a:endParaRPr/>
          </a:p>
        </p:txBody>
      </p:sp>
      <p:sp>
        <p:nvSpPr>
          <p:cNvPr id="113" name="Google Shape;113;p12"/>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2"/>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2"/>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14">
            <a:alphaModFix/>
          </a:blip>
          <a:srcRect/>
          <a:stretch/>
        </p:blipFill>
        <p:spPr>
          <a:xfrm>
            <a:off x="2831794" y="2105202"/>
            <a:ext cx="9360205" cy="4752798"/>
          </a:xfrm>
          <a:prstGeom prst="rect">
            <a:avLst/>
          </a:prstGeom>
          <a:noFill/>
          <a:ln>
            <a:noFill/>
          </a:ln>
        </p:spPr>
      </p:pic>
      <p:pic>
        <p:nvPicPr>
          <p:cNvPr id="7" name="Google Shape;7;p1"/>
          <p:cNvPicPr preferRelativeResize="0"/>
          <p:nvPr/>
        </p:nvPicPr>
        <p:blipFill rotWithShape="1">
          <a:blip r:embed="rId15">
            <a:alphaModFix/>
          </a:blip>
          <a:srcRect/>
          <a:stretch/>
        </p:blipFill>
        <p:spPr>
          <a:xfrm>
            <a:off x="0" y="0"/>
            <a:ext cx="12189867" cy="6858000"/>
          </a:xfrm>
          <a:prstGeom prst="rect">
            <a:avLst/>
          </a:prstGeom>
          <a:noFill/>
          <a:ln>
            <a:noFill/>
          </a:ln>
        </p:spPr>
      </p:pic>
      <p:sp>
        <p:nvSpPr>
          <p:cNvPr id="8" name="Google Shape;8;p1"/>
          <p:cNvSpPr/>
          <p:nvPr/>
        </p:nvSpPr>
        <p:spPr>
          <a:xfrm>
            <a:off x="0" y="0"/>
            <a:ext cx="964174"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p1"/>
          <p:cNvSpPr txBox="1">
            <a:spLocks noGrp="1"/>
          </p:cNvSpPr>
          <p:nvPr>
            <p:ph type="title"/>
          </p:nvPr>
        </p:nvSpPr>
        <p:spPr>
          <a:xfrm>
            <a:off x="2611808" y="808056"/>
            <a:ext cx="7958331" cy="1077229"/>
          </a:xfrm>
          <a:prstGeom prst="rect">
            <a:avLst/>
          </a:prstGeom>
          <a:noFill/>
          <a:ln>
            <a:noFill/>
          </a:ln>
        </p:spPr>
        <p:txBody>
          <a:bodyPr spcFirstLastPara="1" wrap="square" lIns="91425" tIns="45700" rIns="91425" bIns="45700" anchor="t" anchorCtr="0">
            <a:normAutofit/>
          </a:bodyPr>
          <a:lstStyle>
            <a:lvl1pPr marR="0" lvl="0" algn="r" rtl="0">
              <a:lnSpc>
                <a:spcPct val="90000"/>
              </a:lnSpc>
              <a:spcBef>
                <a:spcPts val="0"/>
              </a:spcBef>
              <a:spcAft>
                <a:spcPts val="0"/>
              </a:spcAft>
              <a:buClr>
                <a:schemeClr val="lt1"/>
              </a:buClr>
              <a:buSzPts val="3400"/>
              <a:buFont typeface="Arial"/>
              <a:buNone/>
              <a:defRPr sz="3400" b="0"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20000"/>
              </a:lnSpc>
              <a:spcBef>
                <a:spcPts val="500"/>
              </a:spcBef>
              <a:spcAft>
                <a:spcPts val="0"/>
              </a:spcAft>
              <a:buClr>
                <a:schemeClr val="accent6"/>
              </a:buClr>
              <a:buSzPts val="1800"/>
              <a:buFont typeface="Noto Sans Symbols"/>
              <a:buChar char="▪"/>
              <a:defRPr sz="2000" b="0" i="0" u="none" strike="noStrike" cap="none">
                <a:solidFill>
                  <a:schemeClr val="lt1"/>
                </a:solidFill>
                <a:latin typeface="Arial"/>
                <a:ea typeface="Arial"/>
                <a:cs typeface="Arial"/>
                <a:sym typeface="Arial"/>
              </a:defRPr>
            </a:lvl1pPr>
            <a:lvl2pPr marL="914400" marR="0" lvl="1" indent="-331469" algn="l" rtl="0">
              <a:lnSpc>
                <a:spcPct val="120000"/>
              </a:lnSpc>
              <a:spcBef>
                <a:spcPts val="600"/>
              </a:spcBef>
              <a:spcAft>
                <a:spcPts val="0"/>
              </a:spcAft>
              <a:buClr>
                <a:schemeClr val="accent6"/>
              </a:buClr>
              <a:buSzPts val="1620"/>
              <a:buFont typeface="Noto Sans Symbols"/>
              <a:buChar char="▪"/>
              <a:defRPr sz="1800" b="0" i="0" u="none" strike="noStrike" cap="none">
                <a:solidFill>
                  <a:schemeClr val="lt1"/>
                </a:solidFill>
                <a:latin typeface="Arial"/>
                <a:ea typeface="Arial"/>
                <a:cs typeface="Arial"/>
                <a:sym typeface="Arial"/>
              </a:defRPr>
            </a:lvl2pPr>
            <a:lvl3pPr marL="1371600" marR="0" lvl="2" indent="-320039" algn="l" rtl="0">
              <a:lnSpc>
                <a:spcPct val="120000"/>
              </a:lnSpc>
              <a:spcBef>
                <a:spcPts val="600"/>
              </a:spcBef>
              <a:spcAft>
                <a:spcPts val="0"/>
              </a:spcAft>
              <a:buClr>
                <a:schemeClr val="accent6"/>
              </a:buClr>
              <a:buSzPts val="1440"/>
              <a:buFont typeface="Noto Sans Symbols"/>
              <a:buChar char="▪"/>
              <a:defRPr sz="1600" b="0" i="0" u="none" strike="noStrike" cap="none">
                <a:solidFill>
                  <a:schemeClr val="lt1"/>
                </a:solidFill>
                <a:latin typeface="Arial"/>
                <a:ea typeface="Arial"/>
                <a:cs typeface="Arial"/>
                <a:sym typeface="Arial"/>
              </a:defRPr>
            </a:lvl3pPr>
            <a:lvl4pPr marL="1828800" marR="0" lvl="3" indent="-308610" algn="l" rtl="0">
              <a:lnSpc>
                <a:spcPct val="120000"/>
              </a:lnSpc>
              <a:spcBef>
                <a:spcPts val="600"/>
              </a:spcBef>
              <a:spcAft>
                <a:spcPts val="0"/>
              </a:spcAft>
              <a:buClr>
                <a:schemeClr val="accent6"/>
              </a:buClr>
              <a:buSzPts val="1260"/>
              <a:buFont typeface="Noto Sans Symbols"/>
              <a:buChar char="▪"/>
              <a:defRPr sz="1400" b="0" i="0" u="none" strike="noStrike" cap="none">
                <a:solidFill>
                  <a:schemeClr val="lt1"/>
                </a:solidFill>
                <a:latin typeface="Arial"/>
                <a:ea typeface="Arial"/>
                <a:cs typeface="Arial"/>
                <a:sym typeface="Arial"/>
              </a:defRPr>
            </a:lvl4pPr>
            <a:lvl5pPr marL="2286000" marR="0" lvl="4" indent="-297179" algn="l" rtl="0">
              <a:lnSpc>
                <a:spcPct val="120000"/>
              </a:lnSpc>
              <a:spcBef>
                <a:spcPts val="600"/>
              </a:spcBef>
              <a:spcAft>
                <a:spcPts val="0"/>
              </a:spcAft>
              <a:buClr>
                <a:schemeClr val="accent6"/>
              </a:buClr>
              <a:buSzPts val="1080"/>
              <a:buFont typeface="Noto Sans Symbols"/>
              <a:buChar char="▪"/>
              <a:defRPr sz="1200" b="0" i="0" u="none" strike="noStrike" cap="none">
                <a:solidFill>
                  <a:schemeClr val="lt1"/>
                </a:solidFill>
                <a:latin typeface="Arial"/>
                <a:ea typeface="Arial"/>
                <a:cs typeface="Arial"/>
                <a:sym typeface="Arial"/>
              </a:defRPr>
            </a:lvl5pPr>
            <a:lvl6pPr marL="2743200" marR="0" lvl="5" indent="-297179" algn="l" rtl="0">
              <a:lnSpc>
                <a:spcPct val="120000"/>
              </a:lnSpc>
              <a:spcBef>
                <a:spcPts val="600"/>
              </a:spcBef>
              <a:spcAft>
                <a:spcPts val="0"/>
              </a:spcAft>
              <a:buClr>
                <a:schemeClr val="accent6"/>
              </a:buClr>
              <a:buSzPts val="1080"/>
              <a:buFont typeface="Noto Sans Symbols"/>
              <a:buChar char="▪"/>
              <a:defRPr sz="1200" b="0" i="0" u="none" strike="noStrike" cap="none">
                <a:solidFill>
                  <a:schemeClr val="lt1"/>
                </a:solidFill>
                <a:latin typeface="Arial"/>
                <a:ea typeface="Arial"/>
                <a:cs typeface="Arial"/>
                <a:sym typeface="Arial"/>
              </a:defRPr>
            </a:lvl6pPr>
            <a:lvl7pPr marL="3200400" marR="0" lvl="6" indent="-297179" algn="l" rtl="0">
              <a:lnSpc>
                <a:spcPct val="120000"/>
              </a:lnSpc>
              <a:spcBef>
                <a:spcPts val="600"/>
              </a:spcBef>
              <a:spcAft>
                <a:spcPts val="0"/>
              </a:spcAft>
              <a:buClr>
                <a:schemeClr val="accent6"/>
              </a:buClr>
              <a:buSzPts val="1080"/>
              <a:buFont typeface="Noto Sans Symbols"/>
              <a:buChar char="▪"/>
              <a:defRPr sz="1200" b="0" i="0" u="none" strike="noStrike" cap="none">
                <a:solidFill>
                  <a:schemeClr val="lt1"/>
                </a:solidFill>
                <a:latin typeface="Arial"/>
                <a:ea typeface="Arial"/>
                <a:cs typeface="Arial"/>
                <a:sym typeface="Arial"/>
              </a:defRPr>
            </a:lvl7pPr>
            <a:lvl8pPr marL="3657600" marR="0" lvl="7" indent="-297179" algn="l" rtl="0">
              <a:lnSpc>
                <a:spcPct val="120000"/>
              </a:lnSpc>
              <a:spcBef>
                <a:spcPts val="600"/>
              </a:spcBef>
              <a:spcAft>
                <a:spcPts val="0"/>
              </a:spcAft>
              <a:buClr>
                <a:schemeClr val="accent6"/>
              </a:buClr>
              <a:buSzPts val="1080"/>
              <a:buFont typeface="Noto Sans Symbols"/>
              <a:buChar char="▪"/>
              <a:defRPr sz="1200" b="0" i="0" u="none" strike="noStrike" cap="none">
                <a:solidFill>
                  <a:schemeClr val="lt1"/>
                </a:solidFill>
                <a:latin typeface="Arial"/>
                <a:ea typeface="Arial"/>
                <a:cs typeface="Arial"/>
                <a:sym typeface="Arial"/>
              </a:defRPr>
            </a:lvl8pPr>
            <a:lvl9pPr marL="4114800" marR="0" lvl="8" indent="-297179" algn="l" rtl="0">
              <a:lnSpc>
                <a:spcPct val="120000"/>
              </a:lnSpc>
              <a:spcBef>
                <a:spcPts val="600"/>
              </a:spcBef>
              <a:spcAft>
                <a:spcPts val="600"/>
              </a:spcAft>
              <a:buClr>
                <a:schemeClr val="accent6"/>
              </a:buClr>
              <a:buSzPts val="1080"/>
              <a:buFont typeface="Noto Sans Symbols"/>
              <a:buChar char="▪"/>
              <a:defRPr sz="1200" b="0" i="0" u="none" strike="noStrike" cap="none">
                <a:solidFill>
                  <a:schemeClr val="lt1"/>
                </a:solidFill>
                <a:latin typeface="Arial"/>
                <a:ea typeface="Arial"/>
                <a:cs typeface="Arial"/>
                <a:sym typeface="Arial"/>
              </a:defRPr>
            </a:lvl9pPr>
          </a:lstStyle>
          <a:p>
            <a:endParaRPr/>
          </a:p>
        </p:txBody>
      </p:sp>
      <p:sp>
        <p:nvSpPr>
          <p:cNvPr id="11" name="Google Shape;11;p1"/>
          <p:cNvSpPr txBox="1">
            <a:spLocks noGrp="1"/>
          </p:cNvSpPr>
          <p:nvPr>
            <p:ph type="dt" idx="10"/>
          </p:nvPr>
        </p:nvSpPr>
        <p:spPr>
          <a:xfrm rot="5400000">
            <a:off x="-810065" y="5270604"/>
            <a:ext cx="2662729" cy="182880"/>
          </a:xfrm>
          <a:prstGeom prst="rect">
            <a:avLst/>
          </a:prstGeom>
          <a:noFill/>
          <a:ln>
            <a:noFill/>
          </a:ln>
        </p:spPr>
        <p:txBody>
          <a:bodyPr spcFirstLastPara="1" wrap="square" lIns="91425" tIns="18275" rIns="91425" bIns="45700" anchor="t" anchorCtr="0">
            <a:noAutofit/>
          </a:bodyPr>
          <a:lstStyle>
            <a:lvl1pPr marR="0" lvl="0" algn="r" rtl="0">
              <a:spcBef>
                <a:spcPts val="0"/>
              </a:spcBef>
              <a:spcAft>
                <a:spcPts val="0"/>
              </a:spcAft>
              <a:buSzPts val="1400"/>
              <a:buNone/>
              <a:defRPr sz="8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rot="5400000">
            <a:off x="-2237130" y="3661144"/>
            <a:ext cx="5885352" cy="179176"/>
          </a:xfrm>
          <a:prstGeom prst="rect">
            <a:avLst/>
          </a:prstGeom>
          <a:noFill/>
          <a:ln>
            <a:noFill/>
          </a:ln>
        </p:spPr>
        <p:txBody>
          <a:bodyPr spcFirstLastPara="1" wrap="square" lIns="91425" tIns="45700" rIns="91425" bIns="18275" anchor="b" anchorCtr="0">
            <a:noAutofit/>
          </a:bodyPr>
          <a:lstStyle>
            <a:lvl1pPr marR="0" lvl="0" algn="r" rtl="0">
              <a:spcBef>
                <a:spcPts val="0"/>
              </a:spcBef>
              <a:spcAft>
                <a:spcPts val="0"/>
              </a:spcAft>
              <a:buSzPts val="1400"/>
              <a:buNone/>
              <a:defRPr sz="8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3" name="Google Shape;13;p1"/>
          <p:cNvSpPr txBox="1">
            <a:spLocks noGrp="1"/>
          </p:cNvSpPr>
          <p:nvPr>
            <p:ph type="sldNum" idx="12"/>
          </p:nvPr>
        </p:nvSpPr>
        <p:spPr>
          <a:xfrm>
            <a:off x="158407" y="164592"/>
            <a:ext cx="636727" cy="322851"/>
          </a:xfrm>
          <a:prstGeom prst="rect">
            <a:avLst/>
          </a:prstGeom>
          <a:noFill/>
          <a:ln>
            <a:noFill/>
          </a:ln>
        </p:spPr>
        <p:txBody>
          <a:bodyPr spcFirstLastPara="1" wrap="square" lIns="91425" tIns="45700" rIns="45700" bIns="45700" anchor="ctr" anchorCtr="0">
            <a:noAutofit/>
          </a:bodyPr>
          <a:lstStyle>
            <a:lvl1pPr marL="0" marR="0" lvl="0" indent="0" algn="r" rtl="0">
              <a:spcBef>
                <a:spcPts val="0"/>
              </a:spcBef>
              <a:buNone/>
              <a:defRPr sz="1800" b="0" i="0" u="none" strike="noStrike" cap="none">
                <a:solidFill>
                  <a:schemeClr val="lt1"/>
                </a:solidFill>
                <a:latin typeface="Arial"/>
                <a:ea typeface="Arial"/>
                <a:cs typeface="Arial"/>
                <a:sym typeface="Arial"/>
              </a:defRPr>
            </a:lvl1pPr>
            <a:lvl2pPr marL="0" marR="0" lvl="1" indent="0" algn="r" rtl="0">
              <a:spcBef>
                <a:spcPts val="0"/>
              </a:spcBef>
              <a:buNone/>
              <a:defRPr sz="1800" b="0" i="0" u="none" strike="noStrike" cap="none">
                <a:solidFill>
                  <a:schemeClr val="lt1"/>
                </a:solidFill>
                <a:latin typeface="Arial"/>
                <a:ea typeface="Arial"/>
                <a:cs typeface="Arial"/>
                <a:sym typeface="Arial"/>
              </a:defRPr>
            </a:lvl2pPr>
            <a:lvl3pPr marL="0" marR="0" lvl="2" indent="0" algn="r" rtl="0">
              <a:spcBef>
                <a:spcPts val="0"/>
              </a:spcBef>
              <a:buNone/>
              <a:defRPr sz="1800" b="0" i="0" u="none" strike="noStrike" cap="none">
                <a:solidFill>
                  <a:schemeClr val="lt1"/>
                </a:solidFill>
                <a:latin typeface="Arial"/>
                <a:ea typeface="Arial"/>
                <a:cs typeface="Arial"/>
                <a:sym typeface="Arial"/>
              </a:defRPr>
            </a:lvl3pPr>
            <a:lvl4pPr marL="0" marR="0" lvl="3" indent="0" algn="r" rtl="0">
              <a:spcBef>
                <a:spcPts val="0"/>
              </a:spcBef>
              <a:buNone/>
              <a:defRPr sz="1800" b="0" i="0" u="none" strike="noStrike" cap="none">
                <a:solidFill>
                  <a:schemeClr val="lt1"/>
                </a:solidFill>
                <a:latin typeface="Arial"/>
                <a:ea typeface="Arial"/>
                <a:cs typeface="Arial"/>
                <a:sym typeface="Arial"/>
              </a:defRPr>
            </a:lvl4pPr>
            <a:lvl5pPr marL="0" marR="0" lvl="4" indent="0" algn="r" rtl="0">
              <a:spcBef>
                <a:spcPts val="0"/>
              </a:spcBef>
              <a:buNone/>
              <a:defRPr sz="1800" b="0" i="0" u="none" strike="noStrike" cap="none">
                <a:solidFill>
                  <a:schemeClr val="lt1"/>
                </a:solidFill>
                <a:latin typeface="Arial"/>
                <a:ea typeface="Arial"/>
                <a:cs typeface="Arial"/>
                <a:sym typeface="Arial"/>
              </a:defRPr>
            </a:lvl5pPr>
            <a:lvl6pPr marL="0" marR="0" lvl="5" indent="0" algn="r" rtl="0">
              <a:spcBef>
                <a:spcPts val="0"/>
              </a:spcBef>
              <a:buNone/>
              <a:defRPr sz="1800" b="0" i="0" u="none" strike="noStrike" cap="none">
                <a:solidFill>
                  <a:schemeClr val="lt1"/>
                </a:solidFill>
                <a:latin typeface="Arial"/>
                <a:ea typeface="Arial"/>
                <a:cs typeface="Arial"/>
                <a:sym typeface="Arial"/>
              </a:defRPr>
            </a:lvl6pPr>
            <a:lvl7pPr marL="0" marR="0" lvl="6" indent="0" algn="r" rtl="0">
              <a:spcBef>
                <a:spcPts val="0"/>
              </a:spcBef>
              <a:buNone/>
              <a:defRPr sz="1800" b="0" i="0" u="none" strike="noStrike" cap="none">
                <a:solidFill>
                  <a:schemeClr val="lt1"/>
                </a:solidFill>
                <a:latin typeface="Arial"/>
                <a:ea typeface="Arial"/>
                <a:cs typeface="Arial"/>
                <a:sym typeface="Arial"/>
              </a:defRPr>
            </a:lvl7pPr>
            <a:lvl8pPr marL="0" marR="0" lvl="7" indent="0" algn="r" rtl="0">
              <a:spcBef>
                <a:spcPts val="0"/>
              </a:spcBef>
              <a:buNone/>
              <a:defRPr sz="1800" b="0" i="0" u="none" strike="noStrike" cap="none">
                <a:solidFill>
                  <a:schemeClr val="lt1"/>
                </a:solidFill>
                <a:latin typeface="Arial"/>
                <a:ea typeface="Arial"/>
                <a:cs typeface="Arial"/>
                <a:sym typeface="Arial"/>
              </a:defRPr>
            </a:lvl8pPr>
            <a:lvl9pPr marL="0" marR="0" lvl="8" indent="0" algn="r" rtl="0">
              <a:spcBef>
                <a:spcPts val="0"/>
              </a:spcBef>
              <a:buNone/>
              <a:defRPr sz="1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
          <p:cNvSpPr/>
          <p:nvPr/>
        </p:nvSpPr>
        <p:spPr>
          <a:xfrm>
            <a:off x="962042" y="0"/>
            <a:ext cx="45719" cy="6858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Kho5KvPBDSw"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olaracounseling.com/blog/flexible-thinking-vs-rigid-thinking"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gCfzeONu3Mo"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3"/>
          <p:cNvSpPr txBox="1">
            <a:spLocks noGrp="1"/>
          </p:cNvSpPr>
          <p:nvPr>
            <p:ph type="ctrTitle"/>
          </p:nvPr>
        </p:nvSpPr>
        <p:spPr>
          <a:xfrm>
            <a:off x="1502797" y="3522428"/>
            <a:ext cx="6909683" cy="21751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6000"/>
              <a:buFont typeface="Arial"/>
              <a:buNone/>
            </a:pPr>
            <a:r>
              <a:rPr lang="en-US"/>
              <a:t>BARRIERS TO COMMUNICATION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4"/>
          <p:cNvSpPr txBox="1">
            <a:spLocks noGrp="1"/>
          </p:cNvSpPr>
          <p:nvPr>
            <p:ph type="title"/>
          </p:nvPr>
        </p:nvSpPr>
        <p:spPr>
          <a:xfrm>
            <a:off x="2611809" y="808056"/>
            <a:ext cx="4154752"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What is a barrier? </a:t>
            </a:r>
            <a:endParaRPr/>
          </a:p>
        </p:txBody>
      </p:sp>
      <p:sp>
        <p:nvSpPr>
          <p:cNvPr id="126" name="Google Shape;126;p14"/>
          <p:cNvSpPr txBox="1">
            <a:spLocks noGrp="1"/>
          </p:cNvSpPr>
          <p:nvPr>
            <p:ph type="body" idx="1"/>
          </p:nvPr>
        </p:nvSpPr>
        <p:spPr>
          <a:xfrm>
            <a:off x="1669774" y="1828800"/>
            <a:ext cx="5192202" cy="3840479"/>
          </a:xfrm>
          <a:prstGeom prst="rect">
            <a:avLst/>
          </a:prstGeom>
          <a:noFill/>
          <a:ln>
            <a:noFill/>
          </a:ln>
        </p:spPr>
        <p:txBody>
          <a:bodyPr spcFirstLastPara="1" wrap="square" lIns="91425" tIns="45700" rIns="91425" bIns="45700" anchor="ctr" anchorCtr="0">
            <a:noAutofit/>
          </a:bodyPr>
          <a:lstStyle/>
          <a:p>
            <a:pPr marL="344488" lvl="0" indent="-338328" algn="l" rtl="0">
              <a:lnSpc>
                <a:spcPct val="120000"/>
              </a:lnSpc>
              <a:spcBef>
                <a:spcPts val="0"/>
              </a:spcBef>
              <a:spcAft>
                <a:spcPts val="0"/>
              </a:spcAft>
              <a:buSzPts val="2520"/>
              <a:buChar char="▪"/>
            </a:pPr>
            <a:r>
              <a:rPr lang="en-US" sz="2800" i="1" dirty="0"/>
              <a:t>Barrier is something that prevents movement. </a:t>
            </a:r>
            <a:endParaRPr i="1" dirty="0"/>
          </a:p>
          <a:p>
            <a:pPr marL="344488" lvl="0" indent="-338328" algn="l" rtl="0">
              <a:lnSpc>
                <a:spcPct val="120000"/>
              </a:lnSpc>
              <a:spcBef>
                <a:spcPts val="1100"/>
              </a:spcBef>
              <a:spcAft>
                <a:spcPts val="0"/>
              </a:spcAft>
              <a:buSzPts val="2520"/>
              <a:buChar char="▪"/>
            </a:pPr>
            <a:r>
              <a:rPr lang="en-US" sz="2800" i="1" dirty="0"/>
              <a:t>It comes in the way of the desired outcome.</a:t>
            </a:r>
            <a:endParaRPr i="1" dirty="0"/>
          </a:p>
        </p:txBody>
      </p:sp>
      <p:sp>
        <p:nvSpPr>
          <p:cNvPr id="127" name="Google Shape;127;p14"/>
          <p:cNvSpPr/>
          <p:nvPr/>
        </p:nvSpPr>
        <p:spPr>
          <a:xfrm>
            <a:off x="7522029" y="2373086"/>
            <a:ext cx="2838521" cy="2055791"/>
          </a:xfrm>
          <a:prstGeom prst="rect">
            <a:avLst/>
          </a:prstGeom>
          <a:solidFill>
            <a:schemeClr val="accent1"/>
          </a:solidFill>
          <a:ln w="15875" cap="flat" cmpd="sng">
            <a:solidFill>
              <a:srgbClr val="2E69B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a:p>
            <a:pPr marL="0" marR="0" lvl="0" indent="0" algn="ctr" rtl="0">
              <a:spcBef>
                <a:spcPts val="0"/>
              </a:spcBef>
              <a:spcAft>
                <a:spcPts val="0"/>
              </a:spcAft>
              <a:buNone/>
            </a:pPr>
            <a:r>
              <a:rPr lang="en-US" sz="1800" b="0" i="0" u="none" strike="noStrike" cap="none" dirty="0">
                <a:solidFill>
                  <a:schemeClr val="lt1"/>
                </a:solidFill>
                <a:latin typeface="Arial"/>
                <a:ea typeface="Arial"/>
                <a:cs typeface="Arial"/>
                <a:sym typeface="Arial"/>
              </a:rPr>
              <a:t>Identify the different barriers in a workplace.</a:t>
            </a:r>
            <a:endParaRPr sz="1800" b="0" i="0" u="none" strike="noStrike" cap="none" dirty="0">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5"/>
          <p:cNvSpPr txBox="1">
            <a:spLocks noGrp="1"/>
          </p:cNvSpPr>
          <p:nvPr>
            <p:ph type="title"/>
          </p:nvPr>
        </p:nvSpPr>
        <p:spPr>
          <a:xfrm>
            <a:off x="3266982" y="834501"/>
            <a:ext cx="6462943" cy="1050784"/>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dirty="0"/>
              <a:t>Examples of </a:t>
            </a:r>
            <a:r>
              <a:rPr lang="en-US" dirty="0" smtClean="0"/>
              <a:t>some barriers </a:t>
            </a:r>
            <a:endParaRPr dirty="0"/>
          </a:p>
        </p:txBody>
      </p:sp>
      <p:sp>
        <p:nvSpPr>
          <p:cNvPr id="133" name="Google Shape;133;p15"/>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p>
            <a:pPr marL="463360" lvl="0" indent="-457200" algn="l" rtl="0">
              <a:lnSpc>
                <a:spcPct val="120000"/>
              </a:lnSpc>
              <a:spcBef>
                <a:spcPts val="0"/>
              </a:spcBef>
              <a:spcAft>
                <a:spcPts val="0"/>
              </a:spcAft>
              <a:buSzPts val="2160"/>
              <a:buFont typeface="Wingdings" panose="05000000000000000000" pitchFamily="2" charset="2"/>
              <a:buChar char="Ø"/>
            </a:pPr>
            <a:r>
              <a:rPr lang="en-US" sz="2400" dirty="0"/>
              <a:t>Manager is frustrated and says no one listens to him.</a:t>
            </a:r>
            <a:endParaRPr dirty="0"/>
          </a:p>
          <a:p>
            <a:pPr marL="463360" lvl="0" indent="-457200" algn="l" rtl="0">
              <a:lnSpc>
                <a:spcPct val="120000"/>
              </a:lnSpc>
              <a:spcBef>
                <a:spcPts val="1100"/>
              </a:spcBef>
              <a:spcAft>
                <a:spcPts val="0"/>
              </a:spcAft>
              <a:buSzPts val="2160"/>
              <a:buFont typeface="Wingdings" panose="05000000000000000000" pitchFamily="2" charset="2"/>
              <a:buChar char="Ø"/>
            </a:pPr>
            <a:r>
              <a:rPr lang="en-US" sz="2400" dirty="0"/>
              <a:t>Employee fails to understand what is being discussed in a meeting. </a:t>
            </a:r>
            <a:endParaRPr dirty="0"/>
          </a:p>
          <a:p>
            <a:pPr marL="463360" lvl="0" indent="-457200" algn="l" rtl="0">
              <a:lnSpc>
                <a:spcPct val="120000"/>
              </a:lnSpc>
              <a:spcBef>
                <a:spcPts val="1100"/>
              </a:spcBef>
              <a:spcAft>
                <a:spcPts val="0"/>
              </a:spcAft>
              <a:buSzPts val="2160"/>
              <a:buFont typeface="Wingdings" panose="05000000000000000000" pitchFamily="2" charset="2"/>
              <a:buChar char="Ø"/>
            </a:pPr>
            <a:r>
              <a:rPr lang="en-US" sz="2400" dirty="0"/>
              <a:t>An employee sends an email which the manager cannot understand. </a:t>
            </a:r>
            <a:endParaRPr dirty="0"/>
          </a:p>
          <a:p>
            <a:pPr marL="463360" lvl="0" indent="-457200" algn="l" rtl="0">
              <a:lnSpc>
                <a:spcPct val="120000"/>
              </a:lnSpc>
              <a:spcBef>
                <a:spcPts val="1100"/>
              </a:spcBef>
              <a:spcAft>
                <a:spcPts val="0"/>
              </a:spcAft>
              <a:buSzPts val="2160"/>
              <a:buFont typeface="Wingdings" panose="05000000000000000000" pitchFamily="2" charset="2"/>
              <a:buChar char="Ø"/>
            </a:pPr>
            <a:r>
              <a:rPr lang="en-US" sz="2400" dirty="0"/>
              <a:t>The projector stops working during a presentation. </a:t>
            </a:r>
            <a:endParaRPr sz="24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6"/>
          <p:cNvSpPr txBox="1">
            <a:spLocks noGrp="1"/>
          </p:cNvSpPr>
          <p:nvPr>
            <p:ph type="title"/>
          </p:nvPr>
        </p:nvSpPr>
        <p:spPr>
          <a:xfrm>
            <a:off x="2611808" y="808056"/>
            <a:ext cx="7958331"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Identify the barrier in the following text</a:t>
            </a:r>
            <a:endParaRPr/>
          </a:p>
        </p:txBody>
      </p:sp>
      <p:sp>
        <p:nvSpPr>
          <p:cNvPr id="139" name="Google Shape;139;p16"/>
          <p:cNvSpPr txBox="1">
            <a:spLocks noGrp="1"/>
          </p:cNvSpPr>
          <p:nvPr>
            <p:ph type="body" idx="1"/>
          </p:nvPr>
        </p:nvSpPr>
        <p:spPr>
          <a:xfrm>
            <a:off x="2480807" y="2170706"/>
            <a:ext cx="7932700" cy="3879238"/>
          </a:xfrm>
          <a:prstGeom prst="rect">
            <a:avLst/>
          </a:prstGeom>
          <a:solidFill>
            <a:schemeClr val="accent2"/>
          </a:solidFill>
          <a:ln w="15875" cap="flat" cmpd="sng">
            <a:solidFill>
              <a:srgbClr val="6589AF"/>
            </a:solidFill>
            <a:prstDash val="solid"/>
            <a:round/>
            <a:headEnd type="none" w="sm" len="sm"/>
            <a:tailEnd type="none" w="sm" len="sm"/>
          </a:ln>
        </p:spPr>
        <p:txBody>
          <a:bodyPr spcFirstLastPara="1" wrap="square" lIns="91425" tIns="45700" rIns="91425" bIns="45700" anchor="ctr" anchorCtr="0">
            <a:normAutofit/>
          </a:bodyPr>
          <a:lstStyle/>
          <a:p>
            <a:pPr marL="6160" lvl="0" indent="0" algn="just" rtl="0">
              <a:lnSpc>
                <a:spcPct val="120000"/>
              </a:lnSpc>
              <a:spcBef>
                <a:spcPts val="0"/>
              </a:spcBef>
              <a:spcAft>
                <a:spcPts val="0"/>
              </a:spcAft>
              <a:buSzPts val="2520"/>
              <a:buNone/>
            </a:pPr>
            <a:r>
              <a:rPr lang="en-US" sz="2800" i="1" dirty="0">
                <a:ln w="0"/>
                <a:solidFill>
                  <a:schemeClr val="accent1"/>
                </a:solidFill>
                <a:effectLst>
                  <a:outerShdw blurRad="38100" dist="25400" dir="5400000" algn="ctr" rotWithShape="0">
                    <a:srgbClr val="6E747A">
                      <a:alpha val="43000"/>
                    </a:srgbClr>
                  </a:outerShdw>
                </a:effectLst>
                <a:latin typeface="Arial"/>
                <a:ea typeface="Arial"/>
                <a:cs typeface="Arial"/>
                <a:sym typeface="Arial"/>
              </a:rPr>
              <a:t>You ask your subordinate to write a </a:t>
            </a:r>
            <a:r>
              <a:rPr lang="en-US" sz="2800" b="1" i="1" u="sng" dirty="0">
                <a:solidFill>
                  <a:schemeClr val="lt1"/>
                </a:solidFill>
                <a:latin typeface="Arial"/>
                <a:ea typeface="Arial"/>
                <a:cs typeface="Arial"/>
                <a:sym typeface="Arial"/>
              </a:rPr>
              <a:t>bimonthly </a:t>
            </a:r>
            <a:r>
              <a:rPr lang="en-US" sz="2800" i="1" dirty="0">
                <a:ln w="0"/>
                <a:solidFill>
                  <a:schemeClr val="accent1"/>
                </a:solidFill>
                <a:effectLst>
                  <a:outerShdw blurRad="38100" dist="25400" dir="5400000" algn="ctr" rotWithShape="0">
                    <a:srgbClr val="6E747A">
                      <a:alpha val="43000"/>
                    </a:srgbClr>
                  </a:outerShdw>
                </a:effectLst>
                <a:latin typeface="Arial"/>
                <a:ea typeface="Arial"/>
                <a:cs typeface="Arial"/>
                <a:sym typeface="Arial"/>
              </a:rPr>
              <a:t>report, and until the next month, he has not done so. When you ask him about the delay, he replies that he was asked to produce the report bimonthly. He said would submit the report </a:t>
            </a:r>
            <a:r>
              <a:rPr lang="en-US" sz="2800" b="1" i="1" dirty="0">
                <a:solidFill>
                  <a:schemeClr val="lt1"/>
                </a:solidFill>
                <a:latin typeface="Arial"/>
                <a:ea typeface="Arial"/>
                <a:cs typeface="Arial"/>
                <a:sym typeface="Arial"/>
              </a:rPr>
              <a:t>after two months</a:t>
            </a:r>
            <a:r>
              <a:rPr lang="en-US" i="1" dirty="0">
                <a:solidFill>
                  <a:schemeClr val="lt1"/>
                </a:solidFill>
                <a:latin typeface="Arial"/>
                <a:ea typeface="Arial"/>
                <a:cs typeface="Arial"/>
                <a:sym typeface="Arial"/>
              </a:rPr>
              <a:t>. </a:t>
            </a:r>
            <a:endParaRPr i="1" dirty="0"/>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7"/>
          <p:cNvSpPr txBox="1">
            <a:spLocks noGrp="1"/>
          </p:cNvSpPr>
          <p:nvPr>
            <p:ph type="title"/>
          </p:nvPr>
        </p:nvSpPr>
        <p:spPr>
          <a:xfrm>
            <a:off x="1766656" y="1056443"/>
            <a:ext cx="9081857" cy="828842"/>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dirty="0"/>
              <a:t>How do you identify that there is a problem? </a:t>
            </a:r>
            <a:endParaRPr dirty="0"/>
          </a:p>
        </p:txBody>
      </p:sp>
      <p:sp>
        <p:nvSpPr>
          <p:cNvPr id="145" name="Google Shape;145;p17"/>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When there is a lack of desired feedback, then there might be a problem. </a:t>
            </a:r>
            <a:endParaRPr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marL="349060" lvl="0" indent="-342900" algn="l" rtl="0">
              <a:lnSpc>
                <a:spcPct val="120000"/>
              </a:lnSpc>
              <a:spcBef>
                <a:spcPts val="1100"/>
              </a:spcBef>
              <a:spcAft>
                <a:spcPts val="0"/>
              </a:spcAft>
              <a:buSzPts val="2160"/>
              <a:buFont typeface="Wingdings" panose="05000000000000000000" pitchFamily="2" charset="2"/>
              <a:buChar char="Ø"/>
            </a:pP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Analyze the feedback properly. </a:t>
            </a:r>
            <a:endParaRPr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marL="349060" lvl="0" indent="-342900" algn="l" rtl="0">
              <a:lnSpc>
                <a:spcPct val="120000"/>
              </a:lnSpc>
              <a:spcBef>
                <a:spcPts val="1100"/>
              </a:spcBef>
              <a:spcAft>
                <a:spcPts val="0"/>
              </a:spcAft>
              <a:buSzPts val="2160"/>
              <a:buFont typeface="Wingdings" panose="05000000000000000000" pitchFamily="2" charset="2"/>
              <a:buChar char="Ø"/>
            </a:pP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Find out the cause of the problem.</a:t>
            </a:r>
            <a:endParaRPr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marL="349060" lvl="0" indent="-342900" algn="l" rtl="0">
              <a:lnSpc>
                <a:spcPct val="120000"/>
              </a:lnSpc>
              <a:spcBef>
                <a:spcPts val="1100"/>
              </a:spcBef>
              <a:spcAft>
                <a:spcPts val="0"/>
              </a:spcAft>
              <a:buSzPts val="2160"/>
              <a:buFont typeface="Wingdings" panose="05000000000000000000" pitchFamily="2" charset="2"/>
              <a:buChar char="Ø"/>
            </a:pP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Identify solutions. </a:t>
            </a:r>
            <a:endParaRPr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marL="344488" lvl="0" indent="-224028" algn="l" rtl="0">
              <a:lnSpc>
                <a:spcPct val="120000"/>
              </a:lnSpc>
              <a:spcBef>
                <a:spcPts val="1100"/>
              </a:spcBef>
              <a:spcAft>
                <a:spcPts val="0"/>
              </a:spcAft>
              <a:buSzPts val="18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8"/>
          <p:cNvSpPr txBox="1">
            <a:spLocks noGrp="1"/>
          </p:cNvSpPr>
          <p:nvPr>
            <p:ph type="title"/>
          </p:nvPr>
        </p:nvSpPr>
        <p:spPr>
          <a:xfrm>
            <a:off x="2611808" y="808056"/>
            <a:ext cx="6070553"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dirty="0"/>
              <a:t>5 step </a:t>
            </a:r>
            <a:r>
              <a:rPr lang="en-US" dirty="0" smtClean="0"/>
              <a:t>solution to any barrier</a:t>
            </a:r>
            <a:endParaRPr dirty="0"/>
          </a:p>
        </p:txBody>
      </p:sp>
      <p:sp>
        <p:nvSpPr>
          <p:cNvPr id="151" name="Google Shape;151;p18"/>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p>
            <a:pPr marL="463360" lvl="0" indent="-457200" algn="l" rtl="0">
              <a:lnSpc>
                <a:spcPct val="120000"/>
              </a:lnSpc>
              <a:spcBef>
                <a:spcPts val="0"/>
              </a:spcBef>
              <a:spcAft>
                <a:spcPts val="0"/>
              </a:spcAft>
              <a:buSzPts val="2520"/>
              <a:buFont typeface="Arial"/>
              <a:buAutoNum type="arabicPeriod"/>
            </a:pP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rPr>
              <a:t>Identify the problem</a:t>
            </a:r>
            <a:endParaRPr sz="2800"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marL="463360" lvl="0" indent="-457200" algn="l" rtl="0">
              <a:lnSpc>
                <a:spcPct val="120000"/>
              </a:lnSpc>
              <a:spcBef>
                <a:spcPts val="1100"/>
              </a:spcBef>
              <a:spcAft>
                <a:spcPts val="0"/>
              </a:spcAft>
              <a:buSzPts val="2520"/>
              <a:buFont typeface="Arial"/>
              <a:buAutoNum type="arabicPeriod"/>
            </a:pPr>
            <a:r>
              <a:rPr lang="en-US" sz="2800" b="1" u="sng" spc="50" dirty="0">
                <a:ln w="9525" cmpd="sng">
                  <a:solidFill>
                    <a:schemeClr val="accent1"/>
                  </a:solidFill>
                  <a:prstDash val="solid"/>
                </a:ln>
                <a:solidFill>
                  <a:srgbClr val="70AD47">
                    <a:tint val="1000"/>
                  </a:srgbClr>
                </a:solidFill>
                <a:effectLst>
                  <a:glow rad="38100">
                    <a:schemeClr val="accent1">
                      <a:alpha val="40000"/>
                    </a:schemeClr>
                  </a:glow>
                </a:effectLst>
              </a:rPr>
              <a:t>Find the cause/barrier</a:t>
            </a:r>
            <a:endParaRPr b="1" u="sng" spc="50" dirty="0">
              <a:ln w="9525" cmpd="sng">
                <a:solidFill>
                  <a:schemeClr val="accent1"/>
                </a:solidFill>
                <a:prstDash val="solid"/>
              </a:ln>
              <a:solidFill>
                <a:srgbClr val="70AD47">
                  <a:tint val="1000"/>
                </a:srgbClr>
              </a:solidFill>
              <a:effectLst>
                <a:glow rad="38100">
                  <a:schemeClr val="accent1">
                    <a:alpha val="40000"/>
                  </a:schemeClr>
                </a:glow>
              </a:effectLst>
            </a:endParaRPr>
          </a:p>
          <a:p>
            <a:pPr marL="463360" lvl="0" indent="-457200" algn="l" rtl="0">
              <a:lnSpc>
                <a:spcPct val="120000"/>
              </a:lnSpc>
              <a:spcBef>
                <a:spcPts val="1100"/>
              </a:spcBef>
              <a:spcAft>
                <a:spcPts val="0"/>
              </a:spcAft>
              <a:buSzPts val="2520"/>
              <a:buFont typeface="Arial"/>
              <a:buAutoNum type="arabicPeriod"/>
            </a:pP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rPr>
              <a:t>Work on alternative solutions</a:t>
            </a:r>
            <a:endParaRPr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marL="463360" lvl="0" indent="-457200" algn="l" rtl="0">
              <a:lnSpc>
                <a:spcPct val="120000"/>
              </a:lnSpc>
              <a:spcBef>
                <a:spcPts val="1100"/>
              </a:spcBef>
              <a:spcAft>
                <a:spcPts val="0"/>
              </a:spcAft>
              <a:buSzPts val="2520"/>
              <a:buFont typeface="Arial"/>
              <a:buAutoNum type="arabicPeriod"/>
            </a:pPr>
            <a:r>
              <a:rPr lang="en-US" sz="2800" b="1" u="sng" spc="50" dirty="0" err="1">
                <a:ln w="9525" cmpd="sng">
                  <a:solidFill>
                    <a:schemeClr val="accent1"/>
                  </a:solidFill>
                  <a:prstDash val="solid"/>
                </a:ln>
                <a:solidFill>
                  <a:srgbClr val="70AD47">
                    <a:tint val="1000"/>
                  </a:srgbClr>
                </a:solidFill>
                <a:effectLst>
                  <a:glow rad="38100">
                    <a:schemeClr val="accent1">
                      <a:alpha val="40000"/>
                    </a:schemeClr>
                  </a:glow>
                </a:effectLst>
              </a:rPr>
              <a:t>Opt</a:t>
            </a:r>
            <a:r>
              <a:rPr lang="en-US" sz="2800" b="1" u="sng" spc="50" dirty="0">
                <a:ln w="9525" cmpd="sng">
                  <a:solidFill>
                    <a:schemeClr val="accent1"/>
                  </a:solidFill>
                  <a:prstDash val="solid"/>
                </a:ln>
                <a:solidFill>
                  <a:srgbClr val="70AD47">
                    <a:tint val="1000"/>
                  </a:srgbClr>
                </a:solidFill>
                <a:effectLst>
                  <a:glow rad="38100">
                    <a:schemeClr val="accent1">
                      <a:alpha val="40000"/>
                    </a:schemeClr>
                  </a:glow>
                </a:effectLst>
              </a:rPr>
              <a:t> for the best solution</a:t>
            </a:r>
            <a:endParaRPr b="1" u="sng" spc="50" dirty="0">
              <a:ln w="9525" cmpd="sng">
                <a:solidFill>
                  <a:schemeClr val="accent1"/>
                </a:solidFill>
                <a:prstDash val="solid"/>
              </a:ln>
              <a:solidFill>
                <a:srgbClr val="70AD47">
                  <a:tint val="1000"/>
                </a:srgbClr>
              </a:solidFill>
              <a:effectLst>
                <a:glow rad="38100">
                  <a:schemeClr val="accent1">
                    <a:alpha val="40000"/>
                  </a:schemeClr>
                </a:glow>
              </a:effectLst>
            </a:endParaRPr>
          </a:p>
          <a:p>
            <a:pPr marL="463360" lvl="0" indent="-457200" algn="l" rtl="0">
              <a:lnSpc>
                <a:spcPct val="120000"/>
              </a:lnSpc>
              <a:spcBef>
                <a:spcPts val="1100"/>
              </a:spcBef>
              <a:spcAft>
                <a:spcPts val="0"/>
              </a:spcAft>
              <a:buSzPts val="2520"/>
              <a:buFont typeface="Arial"/>
              <a:buAutoNum type="arabicPeriod"/>
            </a:pP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rPr>
              <a:t>Follow up</a:t>
            </a:r>
            <a:endParaRPr sz="28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9"/>
          <p:cNvSpPr txBox="1">
            <a:spLocks noGrp="1"/>
          </p:cNvSpPr>
          <p:nvPr>
            <p:ph type="title"/>
          </p:nvPr>
        </p:nvSpPr>
        <p:spPr>
          <a:xfrm>
            <a:off x="2611809" y="808056"/>
            <a:ext cx="4274022"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dirty="0"/>
              <a:t>What is noise?</a:t>
            </a:r>
            <a:endParaRPr dirty="0"/>
          </a:p>
        </p:txBody>
      </p:sp>
      <p:sp>
        <p:nvSpPr>
          <p:cNvPr id="157" name="Google Shape;157;p19"/>
          <p:cNvSpPr txBox="1">
            <a:spLocks noGrp="1"/>
          </p:cNvSpPr>
          <p:nvPr>
            <p:ph type="body" idx="1"/>
          </p:nvPr>
        </p:nvSpPr>
        <p:spPr>
          <a:xfrm>
            <a:off x="2011681" y="1812897"/>
            <a:ext cx="8534605" cy="4237047"/>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520"/>
              <a:buChar char="▪"/>
            </a:pPr>
            <a:r>
              <a:rPr lang="en-US" sz="2800" dirty="0"/>
              <a:t>Any interference in the message sent and the message received leads to the production of ‘noise.’</a:t>
            </a:r>
            <a:endParaRPr dirty="0"/>
          </a:p>
          <a:p>
            <a:pPr marL="344488" lvl="0" indent="-338328" algn="l" rtl="0">
              <a:lnSpc>
                <a:spcPct val="120000"/>
              </a:lnSpc>
              <a:spcBef>
                <a:spcPts val="1100"/>
              </a:spcBef>
              <a:spcAft>
                <a:spcPts val="0"/>
              </a:spcAft>
              <a:buSzPts val="2520"/>
              <a:buChar char="▪"/>
            </a:pPr>
            <a:r>
              <a:rPr lang="en-US" sz="2800" dirty="0"/>
              <a:t>Noise does not mean sound but a </a:t>
            </a:r>
            <a:r>
              <a:rPr lang="en-US" sz="2800" b="1" u="sng"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break or disturbance in the communication process</a:t>
            </a:r>
            <a:r>
              <a:rPr lang="en-US" sz="2800" dirty="0"/>
              <a:t>. </a:t>
            </a:r>
            <a:endParaRPr sz="2800" dirty="0"/>
          </a:p>
          <a:p>
            <a:pPr marL="6160" lvl="0" indent="0" algn="l" rtl="0">
              <a:lnSpc>
                <a:spcPct val="120000"/>
              </a:lnSpc>
              <a:spcBef>
                <a:spcPts val="1100"/>
              </a:spcBef>
              <a:spcAft>
                <a:spcPts val="0"/>
              </a:spcAft>
              <a:buSzPts val="2520"/>
              <a:buNone/>
            </a:pPr>
            <a:r>
              <a:rPr lang="en-US" sz="2800" dirty="0"/>
              <a:t> </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0"/>
          <p:cNvSpPr txBox="1">
            <a:spLocks noGrp="1"/>
          </p:cNvSpPr>
          <p:nvPr>
            <p:ph type="title"/>
          </p:nvPr>
        </p:nvSpPr>
        <p:spPr>
          <a:xfrm>
            <a:off x="2611808" y="808056"/>
            <a:ext cx="7958331"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CLASSIFICATION OF BARRIERS</a:t>
            </a:r>
            <a:endParaRPr/>
          </a:p>
        </p:txBody>
      </p:sp>
      <p:sp>
        <p:nvSpPr>
          <p:cNvPr id="163" name="Google Shape;163;p20"/>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p>
            <a:pPr marL="463360" lvl="0" indent="-457200" algn="l" rtl="0">
              <a:lnSpc>
                <a:spcPct val="120000"/>
              </a:lnSpc>
              <a:spcBef>
                <a:spcPts val="0"/>
              </a:spcBef>
              <a:spcAft>
                <a:spcPts val="0"/>
              </a:spcAft>
              <a:buSzPts val="2520"/>
              <a:buFont typeface="Arial"/>
              <a:buAutoNum type="arabicPeriod"/>
            </a:pPr>
            <a:r>
              <a:rPr lang="en-US" sz="2800" dirty="0">
                <a:ln>
                  <a:solidFill>
                    <a:schemeClr val="accent4">
                      <a:lumMod val="40000"/>
                      <a:lumOff val="60000"/>
                    </a:schemeClr>
                  </a:solidFill>
                </a:ln>
              </a:rPr>
              <a:t>INTRAPERSONAL </a:t>
            </a:r>
            <a:endParaRPr dirty="0">
              <a:ln>
                <a:solidFill>
                  <a:schemeClr val="accent4">
                    <a:lumMod val="40000"/>
                    <a:lumOff val="60000"/>
                  </a:schemeClr>
                </a:solidFill>
              </a:ln>
            </a:endParaRPr>
          </a:p>
          <a:p>
            <a:pPr marL="463360" lvl="0" indent="-457200" algn="l" rtl="0">
              <a:lnSpc>
                <a:spcPct val="120000"/>
              </a:lnSpc>
              <a:spcBef>
                <a:spcPts val="1100"/>
              </a:spcBef>
              <a:spcAft>
                <a:spcPts val="0"/>
              </a:spcAft>
              <a:buSzPts val="2520"/>
              <a:buFont typeface="Arial"/>
              <a:buAutoNum type="arabicPeriod"/>
            </a:pPr>
            <a:r>
              <a:rPr lang="en-US" sz="2800" dirty="0">
                <a:ln>
                  <a:solidFill>
                    <a:schemeClr val="accent4">
                      <a:lumMod val="40000"/>
                      <a:lumOff val="60000"/>
                    </a:schemeClr>
                  </a:solidFill>
                </a:ln>
              </a:rPr>
              <a:t>INTERPERSONAL </a:t>
            </a:r>
            <a:endParaRPr dirty="0">
              <a:ln>
                <a:solidFill>
                  <a:schemeClr val="accent4">
                    <a:lumMod val="40000"/>
                    <a:lumOff val="60000"/>
                  </a:schemeClr>
                </a:solidFill>
              </a:ln>
            </a:endParaRPr>
          </a:p>
          <a:p>
            <a:pPr marL="463360" lvl="0" indent="-457200" algn="l" rtl="0">
              <a:lnSpc>
                <a:spcPct val="120000"/>
              </a:lnSpc>
              <a:spcBef>
                <a:spcPts val="1100"/>
              </a:spcBef>
              <a:spcAft>
                <a:spcPts val="0"/>
              </a:spcAft>
              <a:buSzPts val="2520"/>
              <a:buFont typeface="Arial"/>
              <a:buAutoNum type="arabicPeriod"/>
            </a:pPr>
            <a:r>
              <a:rPr lang="en-US" sz="2800" dirty="0">
                <a:ln>
                  <a:solidFill>
                    <a:schemeClr val="accent4">
                      <a:lumMod val="40000"/>
                      <a:lumOff val="60000"/>
                    </a:schemeClr>
                  </a:solidFill>
                </a:ln>
              </a:rPr>
              <a:t> ORGANIZATIONAL</a:t>
            </a:r>
            <a:endParaRPr dirty="0">
              <a:ln>
                <a:solidFill>
                  <a:schemeClr val="accent4">
                    <a:lumMod val="40000"/>
                    <a:lumOff val="60000"/>
                  </a:schemeClr>
                </a:solidFill>
              </a:ln>
            </a:endParaRPr>
          </a:p>
          <a:p>
            <a:pPr marL="463360" lvl="0" indent="-297179" algn="l" rtl="0">
              <a:lnSpc>
                <a:spcPct val="120000"/>
              </a:lnSpc>
              <a:spcBef>
                <a:spcPts val="1100"/>
              </a:spcBef>
              <a:spcAft>
                <a:spcPts val="0"/>
              </a:spcAft>
              <a:buSzPts val="2520"/>
              <a:buFont typeface="Arial"/>
              <a:buNone/>
            </a:pPr>
            <a:endParaRP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
                                            <p:txEl>
                                              <p:pRg st="0" end="0"/>
                                            </p:txEl>
                                          </p:spTgt>
                                        </p:tgtEl>
                                        <p:attrNameLst>
                                          <p:attrName>style.visibility</p:attrName>
                                        </p:attrNameLst>
                                      </p:cBhvr>
                                      <p:to>
                                        <p:strVal val="visible"/>
                                      </p:to>
                                    </p:set>
                                    <p:anim calcmode="lin" valueType="num">
                                      <p:cBhvr additive="base">
                                        <p:cTn id="7" dur="500" fill="hold"/>
                                        <p:tgtEl>
                                          <p:spTgt spid="1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3">
                                            <p:txEl>
                                              <p:pRg st="1" end="1"/>
                                            </p:txEl>
                                          </p:spTgt>
                                        </p:tgtEl>
                                        <p:attrNameLst>
                                          <p:attrName>style.visibility</p:attrName>
                                        </p:attrNameLst>
                                      </p:cBhvr>
                                      <p:to>
                                        <p:strVal val="visible"/>
                                      </p:to>
                                    </p:set>
                                    <p:anim calcmode="lin" valueType="num">
                                      <p:cBhvr additive="base">
                                        <p:cTn id="11" dur="500" fill="hold"/>
                                        <p:tgtEl>
                                          <p:spTgt spid="16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3">
                                            <p:txEl>
                                              <p:pRg st="2" end="2"/>
                                            </p:txEl>
                                          </p:spTgt>
                                        </p:tgtEl>
                                        <p:attrNameLst>
                                          <p:attrName>style.visibility</p:attrName>
                                        </p:attrNameLst>
                                      </p:cBhvr>
                                      <p:to>
                                        <p:strVal val="visible"/>
                                      </p:to>
                                    </p:set>
                                    <p:anim calcmode="lin" valueType="num">
                                      <p:cBhvr additive="base">
                                        <p:cTn id="15" dur="500" fill="hold"/>
                                        <p:tgtEl>
                                          <p:spTgt spid="16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a:spLocks noGrp="1"/>
          </p:cNvSpPr>
          <p:nvPr>
            <p:ph type="title"/>
          </p:nvPr>
        </p:nvSpPr>
        <p:spPr>
          <a:xfrm>
            <a:off x="1654630" y="808057"/>
            <a:ext cx="8915509" cy="1077228"/>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dirty="0"/>
              <a:t>INTRAPERSONAL BARRIERS</a:t>
            </a:r>
            <a:endParaRPr dirty="0"/>
          </a:p>
        </p:txBody>
      </p:sp>
      <p:sp>
        <p:nvSpPr>
          <p:cNvPr id="169" name="Google Shape;169;p21"/>
          <p:cNvSpPr txBox="1">
            <a:spLocks noGrp="1"/>
          </p:cNvSpPr>
          <p:nvPr>
            <p:ph type="body" idx="1"/>
          </p:nvPr>
        </p:nvSpPr>
        <p:spPr>
          <a:xfrm>
            <a:off x="1412885" y="2024743"/>
            <a:ext cx="5760801" cy="4275571"/>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520"/>
              <a:buChar char="▪"/>
            </a:pPr>
            <a:r>
              <a:rPr lang="en-US" sz="2800" dirty="0"/>
              <a:t>Every person interprets the same information in different ways because the </a:t>
            </a:r>
            <a:r>
              <a:rPr lang="en-US" sz="2800" u="sng" dirty="0"/>
              <a:t>way we think varies</a:t>
            </a:r>
            <a:r>
              <a:rPr lang="en-US" sz="2800" dirty="0"/>
              <a:t>. </a:t>
            </a:r>
            <a:endParaRPr dirty="0"/>
          </a:p>
          <a:p>
            <a:pPr marL="344488" lvl="0" indent="-338328" algn="l" rtl="0">
              <a:lnSpc>
                <a:spcPct val="120000"/>
              </a:lnSpc>
              <a:spcBef>
                <a:spcPts val="1100"/>
              </a:spcBef>
              <a:spcAft>
                <a:spcPts val="0"/>
              </a:spcAft>
              <a:buSzPts val="2520"/>
              <a:buChar char="▪"/>
            </a:pPr>
            <a:r>
              <a:rPr lang="en-US" sz="2800" dirty="0"/>
              <a:t>The difference in the way of thinking leads to interpersonal barriers. </a:t>
            </a:r>
            <a:endParaRPr sz="2800" dirty="0"/>
          </a:p>
          <a:p>
            <a:pPr marL="6160" lvl="0" indent="0" algn="l" rtl="0">
              <a:lnSpc>
                <a:spcPct val="120000"/>
              </a:lnSpc>
              <a:spcBef>
                <a:spcPts val="1100"/>
              </a:spcBef>
              <a:spcAft>
                <a:spcPts val="0"/>
              </a:spcAft>
              <a:buSzPts val="2520"/>
              <a:buNone/>
            </a:pPr>
            <a:endParaRPr sz="2800" dirty="0"/>
          </a:p>
          <a:p>
            <a:pPr marL="344488" lvl="0" indent="-224028" algn="l" rtl="0">
              <a:lnSpc>
                <a:spcPct val="120000"/>
              </a:lnSpc>
              <a:spcBef>
                <a:spcPts val="1100"/>
              </a:spcBef>
              <a:spcAft>
                <a:spcPts val="0"/>
              </a:spcAft>
              <a:buSzPts val="1800"/>
              <a:buNone/>
            </a:pPr>
            <a:endParaRPr dirty="0"/>
          </a:p>
        </p:txBody>
      </p:sp>
      <p:pic>
        <p:nvPicPr>
          <p:cNvPr id="2" name="Picture 1">
            <a:extLst>
              <a:ext uri="{FF2B5EF4-FFF2-40B4-BE49-F238E27FC236}">
                <a16:creationId xmlns:a16="http://schemas.microsoft.com/office/drawing/2014/main" id="{9D4E5D7A-480B-6384-91C7-8A75F88495AB}"/>
              </a:ext>
            </a:extLst>
          </p:cNvPr>
          <p:cNvPicPr>
            <a:picLocks noChangeAspect="1"/>
          </p:cNvPicPr>
          <p:nvPr/>
        </p:nvPicPr>
        <p:blipFill>
          <a:blip r:embed="rId3"/>
          <a:stretch>
            <a:fillRect/>
          </a:stretch>
        </p:blipFill>
        <p:spPr>
          <a:xfrm>
            <a:off x="7386187" y="2144471"/>
            <a:ext cx="3469128" cy="28282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2"/>
          <p:cNvSpPr txBox="1">
            <a:spLocks noGrp="1"/>
          </p:cNvSpPr>
          <p:nvPr>
            <p:ph type="title"/>
          </p:nvPr>
        </p:nvSpPr>
        <p:spPr>
          <a:xfrm>
            <a:off x="2611808" y="808056"/>
            <a:ext cx="7958331"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Causes of intrapersonal barriers</a:t>
            </a:r>
            <a:br>
              <a:rPr lang="en-US"/>
            </a:br>
            <a:endParaRPr/>
          </a:p>
        </p:txBody>
      </p:sp>
      <p:sp>
        <p:nvSpPr>
          <p:cNvPr id="175" name="Google Shape;175;p22"/>
          <p:cNvSpPr txBox="1">
            <a:spLocks noGrp="1"/>
          </p:cNvSpPr>
          <p:nvPr>
            <p:ph type="body" idx="1"/>
          </p:nvPr>
        </p:nvSpPr>
        <p:spPr>
          <a:xfrm>
            <a:off x="2520563" y="2663686"/>
            <a:ext cx="8049576" cy="3386257"/>
          </a:xfrm>
          <a:prstGeom prst="rect">
            <a:avLst/>
          </a:prstGeom>
          <a:noFill/>
          <a:ln>
            <a:noFill/>
          </a:ln>
        </p:spPr>
        <p:txBody>
          <a:bodyPr spcFirstLastPara="1" wrap="square" lIns="91425" tIns="45700" rIns="91425" bIns="45700" anchor="ctr" anchorCtr="0">
            <a:normAutofit/>
          </a:bodyPr>
          <a:lstStyle/>
          <a:p>
            <a:pPr marL="463360" lvl="0" indent="-457200" algn="l" rtl="0">
              <a:lnSpc>
                <a:spcPct val="120000"/>
              </a:lnSpc>
              <a:spcBef>
                <a:spcPts val="0"/>
              </a:spcBef>
              <a:spcAft>
                <a:spcPts val="0"/>
              </a:spcAft>
              <a:buSzPts val="1800"/>
              <a:buFont typeface="Arial"/>
              <a:buAutoNum type="arabicPeriod"/>
            </a:pPr>
            <a:r>
              <a:rPr lang="en-US"/>
              <a:t>Wrong assumptions </a:t>
            </a:r>
            <a:endParaRPr/>
          </a:p>
          <a:p>
            <a:pPr marL="463360" lvl="0" indent="-457200" algn="l" rtl="0">
              <a:lnSpc>
                <a:spcPct val="120000"/>
              </a:lnSpc>
              <a:spcBef>
                <a:spcPts val="1100"/>
              </a:spcBef>
              <a:spcAft>
                <a:spcPts val="0"/>
              </a:spcAft>
              <a:buSzPts val="1800"/>
              <a:buFont typeface="Arial"/>
              <a:buAutoNum type="arabicPeriod"/>
            </a:pPr>
            <a:r>
              <a:rPr lang="en-US"/>
              <a:t>Varied perceptions</a:t>
            </a:r>
            <a:endParaRPr/>
          </a:p>
          <a:p>
            <a:pPr marL="463360" lvl="0" indent="-457200" algn="l" rtl="0">
              <a:lnSpc>
                <a:spcPct val="120000"/>
              </a:lnSpc>
              <a:spcBef>
                <a:spcPts val="1100"/>
              </a:spcBef>
              <a:spcAft>
                <a:spcPts val="0"/>
              </a:spcAft>
              <a:buSzPts val="1800"/>
              <a:buFont typeface="Arial"/>
              <a:buAutoNum type="arabicPeriod"/>
            </a:pPr>
            <a:r>
              <a:rPr lang="en-US"/>
              <a:t>Differing background</a:t>
            </a:r>
            <a:endParaRPr/>
          </a:p>
          <a:p>
            <a:pPr marL="463360" lvl="0" indent="-457200" algn="l" rtl="0">
              <a:lnSpc>
                <a:spcPct val="120000"/>
              </a:lnSpc>
              <a:spcBef>
                <a:spcPts val="1100"/>
              </a:spcBef>
              <a:spcAft>
                <a:spcPts val="0"/>
              </a:spcAft>
              <a:buSzPts val="1800"/>
              <a:buFont typeface="Arial"/>
              <a:buAutoNum type="arabicPeriod"/>
            </a:pPr>
            <a:r>
              <a:rPr lang="en-US"/>
              <a:t>Wrong information</a:t>
            </a:r>
            <a:endParaRPr/>
          </a:p>
          <a:p>
            <a:pPr marL="463360" lvl="0" indent="-457200" algn="l" rtl="0">
              <a:lnSpc>
                <a:spcPct val="120000"/>
              </a:lnSpc>
              <a:spcBef>
                <a:spcPts val="1100"/>
              </a:spcBef>
              <a:spcAft>
                <a:spcPts val="0"/>
              </a:spcAft>
              <a:buSzPts val="1800"/>
              <a:buFont typeface="Arial"/>
              <a:buAutoNum type="arabicPeriod"/>
            </a:pPr>
            <a:r>
              <a:rPr lang="en-US"/>
              <a:t>Blocked categories</a:t>
            </a:r>
            <a:endParaRPr/>
          </a:p>
          <a:p>
            <a:pPr marL="463360" lvl="0" indent="-457200" algn="l" rtl="0">
              <a:lnSpc>
                <a:spcPct val="120000"/>
              </a:lnSpc>
              <a:spcBef>
                <a:spcPts val="1100"/>
              </a:spcBef>
              <a:spcAft>
                <a:spcPts val="0"/>
              </a:spcAft>
              <a:buSzPts val="1800"/>
              <a:buFont typeface="Arial"/>
              <a:buAutoNum type="arabicPeriod"/>
            </a:pPr>
            <a:r>
              <a:rPr lang="en-US"/>
              <a:t>Categorical thinking</a:t>
            </a:r>
            <a:endParaRPr/>
          </a:p>
          <a:p>
            <a:pPr marL="344488" lvl="0" indent="-224028" algn="l" rtl="0">
              <a:lnSpc>
                <a:spcPct val="120000"/>
              </a:lnSpc>
              <a:spcBef>
                <a:spcPts val="1100"/>
              </a:spcBef>
              <a:spcAft>
                <a:spcPts val="0"/>
              </a:spcAft>
              <a:buSzPts val="1800"/>
              <a:buNone/>
            </a:pPr>
            <a:endParaRPr/>
          </a:p>
          <a:p>
            <a:pPr marL="344488" lvl="0" indent="-224028" algn="l" rtl="0">
              <a:lnSpc>
                <a:spcPct val="120000"/>
              </a:lnSpc>
              <a:spcBef>
                <a:spcPts val="1100"/>
              </a:spcBef>
              <a:spcAft>
                <a:spcPts val="0"/>
              </a:spcAft>
              <a:buSzPts val="18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3"/>
          <p:cNvSpPr txBox="1">
            <a:spLocks noGrp="1"/>
          </p:cNvSpPr>
          <p:nvPr>
            <p:ph type="title"/>
          </p:nvPr>
        </p:nvSpPr>
        <p:spPr>
          <a:xfrm>
            <a:off x="2611808" y="808056"/>
            <a:ext cx="4345583"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Wrong assumption</a:t>
            </a:r>
            <a:endParaRPr/>
          </a:p>
        </p:txBody>
      </p:sp>
      <p:sp>
        <p:nvSpPr>
          <p:cNvPr id="181" name="Google Shape;181;p23"/>
          <p:cNvSpPr txBox="1">
            <a:spLocks noGrp="1"/>
          </p:cNvSpPr>
          <p:nvPr>
            <p:ph type="body" idx="1"/>
          </p:nvPr>
        </p:nvSpPr>
        <p:spPr>
          <a:xfrm>
            <a:off x="1319917" y="2560320"/>
            <a:ext cx="6273580" cy="3489623"/>
          </a:xfrm>
          <a:prstGeom prst="rect">
            <a:avLst/>
          </a:prstGeom>
          <a:noFill/>
          <a:ln>
            <a:noFill/>
          </a:ln>
        </p:spPr>
        <p:txBody>
          <a:bodyPr spcFirstLastPara="1" wrap="square" lIns="91425" tIns="45700" rIns="91425" bIns="45700" anchor="ctr" anchorCtr="0">
            <a:normAutofit fontScale="92500" lnSpcReduction="20000"/>
          </a:bodyPr>
          <a:lstStyle/>
          <a:p>
            <a:pPr marL="344488" lvl="0" indent="-338328" algn="l" rtl="0">
              <a:lnSpc>
                <a:spcPct val="120000"/>
              </a:lnSpc>
              <a:spcBef>
                <a:spcPts val="0"/>
              </a:spcBef>
              <a:spcAft>
                <a:spcPts val="0"/>
              </a:spcAft>
              <a:buSzPct val="90000"/>
              <a:buChar char="▪"/>
            </a:pPr>
            <a:r>
              <a:rPr lang="en-US" sz="2200" dirty="0"/>
              <a:t>Example: When a doctor gives a patient a medicine marked as SOS  (i.e. during an emergency) without explaining the meaning of SOS. </a:t>
            </a:r>
            <a:endParaRPr dirty="0"/>
          </a:p>
          <a:p>
            <a:pPr marL="344488" lvl="0" indent="-338328" algn="l" rtl="0">
              <a:lnSpc>
                <a:spcPct val="120000"/>
              </a:lnSpc>
              <a:spcBef>
                <a:spcPts val="1100"/>
              </a:spcBef>
              <a:spcAft>
                <a:spcPts val="0"/>
              </a:spcAft>
              <a:buSzPct val="90000"/>
              <a:buChar char="▪"/>
            </a:pPr>
            <a:r>
              <a:rPr lang="en-US" sz="2200" dirty="0"/>
              <a:t>Here the doctor has made the wrong assumption that the patient knows the meaning of SOS. </a:t>
            </a:r>
            <a:endParaRPr dirty="0"/>
          </a:p>
          <a:p>
            <a:pPr marL="344488" lvl="0" indent="-338328" algn="l" rtl="0">
              <a:lnSpc>
                <a:spcPct val="120000"/>
              </a:lnSpc>
              <a:spcBef>
                <a:spcPts val="1100"/>
              </a:spcBef>
              <a:spcAft>
                <a:spcPts val="0"/>
              </a:spcAft>
              <a:buSzPct val="90000"/>
              <a:buChar char="▪"/>
            </a:pPr>
            <a:r>
              <a:rPr lang="en-US" sz="2200" dirty="0"/>
              <a:t>To avoid wrong assumptions, put yourself in the shoes of the listener. </a:t>
            </a:r>
            <a:r>
              <a:rPr lang="en-US" sz="2200" u="sng" dirty="0">
                <a:highlight>
                  <a:srgbClr val="FF00FF"/>
                </a:highlight>
              </a:rPr>
              <a:t>Try to understand their background, educational qualifications, language of communication. </a:t>
            </a:r>
            <a:endParaRPr u="sng" dirty="0">
              <a:highlight>
                <a:srgbClr val="FF00FF"/>
              </a:highlight>
            </a:endParaRPr>
          </a:p>
          <a:p>
            <a:pPr marL="344488" lvl="0" indent="-231457" algn="l" rtl="0">
              <a:lnSpc>
                <a:spcPct val="120000"/>
              </a:lnSpc>
              <a:spcBef>
                <a:spcPts val="1100"/>
              </a:spcBef>
              <a:spcAft>
                <a:spcPts val="0"/>
              </a:spcAft>
              <a:buSzPct val="90000"/>
              <a:buNone/>
            </a:pPr>
            <a:endParaRPr sz="2200" dirty="0"/>
          </a:p>
          <a:p>
            <a:pPr marL="344488" lvl="0" indent="-241173" algn="l" rtl="0">
              <a:lnSpc>
                <a:spcPct val="120000"/>
              </a:lnSpc>
              <a:spcBef>
                <a:spcPts val="1100"/>
              </a:spcBef>
              <a:spcAft>
                <a:spcPts val="0"/>
              </a:spcAft>
              <a:buSzPct val="90000"/>
              <a:buNone/>
            </a:pPr>
            <a:endParaRPr dirty="0"/>
          </a:p>
          <a:p>
            <a:pPr marL="344488" lvl="0" indent="-241173" algn="l" rtl="0">
              <a:lnSpc>
                <a:spcPct val="120000"/>
              </a:lnSpc>
              <a:spcBef>
                <a:spcPts val="1100"/>
              </a:spcBef>
              <a:spcAft>
                <a:spcPts val="0"/>
              </a:spcAft>
              <a:buSzPct val="90000"/>
              <a:buNone/>
            </a:pPr>
            <a:endParaRPr dirty="0"/>
          </a:p>
        </p:txBody>
      </p:sp>
      <p:sp>
        <p:nvSpPr>
          <p:cNvPr id="182" name="Google Shape;182;p23"/>
          <p:cNvSpPr/>
          <p:nvPr/>
        </p:nvSpPr>
        <p:spPr>
          <a:xfrm>
            <a:off x="8245503" y="2289977"/>
            <a:ext cx="2663688" cy="2560320"/>
          </a:xfrm>
          <a:prstGeom prst="rect">
            <a:avLst/>
          </a:prstGeom>
          <a:solidFill>
            <a:schemeClr val="accent1"/>
          </a:solidFill>
          <a:ln w="15875" cap="flat" cmpd="sng">
            <a:solidFill>
              <a:srgbClr val="2E69B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chemeClr val="lt1"/>
                </a:solidFill>
                <a:latin typeface="Arial"/>
                <a:ea typeface="Arial"/>
                <a:cs typeface="Arial"/>
                <a:sym typeface="Arial"/>
              </a:rPr>
              <a:t>What is SOS?</a:t>
            </a:r>
            <a:endParaRPr dirty="0"/>
          </a:p>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a:p>
            <a:pPr marL="0" marR="0" lvl="0" indent="0" algn="ctr" rtl="0">
              <a:spcBef>
                <a:spcPts val="0"/>
              </a:spcBef>
              <a:spcAft>
                <a:spcPts val="0"/>
              </a:spcAft>
              <a:buNone/>
            </a:pPr>
            <a:r>
              <a:rPr lang="en-US" sz="1800" b="0" i="0" u="none" strike="noStrike" cap="none" dirty="0">
                <a:solidFill>
                  <a:schemeClr val="lt1"/>
                </a:solidFill>
                <a:latin typeface="Arial"/>
                <a:ea typeface="Arial"/>
                <a:cs typeface="Arial"/>
                <a:sym typeface="Arial"/>
              </a:rPr>
              <a:t>SOS is actually a morse code distress signal used especially by ships. </a:t>
            </a:r>
            <a:endParaRPr sz="1800" b="0" i="0" u="none" strike="noStrike" cap="none" dirty="0">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2611808" y="568172"/>
            <a:ext cx="7958331" cy="568170"/>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dirty="0"/>
              <a:t>Varied perception</a:t>
            </a:r>
            <a:endParaRPr dirty="0"/>
          </a:p>
        </p:txBody>
      </p:sp>
      <p:sp>
        <p:nvSpPr>
          <p:cNvPr id="188" name="Google Shape;188;p24"/>
          <p:cNvSpPr txBox="1">
            <a:spLocks noGrp="1"/>
          </p:cNvSpPr>
          <p:nvPr>
            <p:ph type="body" idx="1"/>
          </p:nvPr>
        </p:nvSpPr>
        <p:spPr>
          <a:xfrm>
            <a:off x="1509204" y="2601686"/>
            <a:ext cx="4470177" cy="5050865"/>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1800"/>
              <a:buChar char="▪"/>
            </a:pPr>
            <a:r>
              <a:rPr lang="en-US" i="1" dirty="0">
                <a:solidFill>
                  <a:schemeClr val="tx2">
                    <a:lumMod val="90000"/>
                  </a:schemeClr>
                </a:solidFill>
              </a:rPr>
              <a:t>Varied perceptions are interesting in a philosophical discussion but are a barrier to smooth functioning in an organization. </a:t>
            </a:r>
            <a:endParaRPr i="1" dirty="0">
              <a:solidFill>
                <a:schemeClr val="tx2">
                  <a:lumMod val="90000"/>
                </a:schemeClr>
              </a:solidFill>
            </a:endParaRPr>
          </a:p>
          <a:p>
            <a:pPr marL="344488" lvl="0" indent="-224028" algn="l" rtl="0">
              <a:lnSpc>
                <a:spcPct val="120000"/>
              </a:lnSpc>
              <a:spcBef>
                <a:spcPts val="1100"/>
              </a:spcBef>
              <a:spcAft>
                <a:spcPts val="0"/>
              </a:spcAft>
              <a:buSzPts val="1800"/>
              <a:buNone/>
            </a:pPr>
            <a:endParaRPr dirty="0"/>
          </a:p>
          <a:p>
            <a:pPr marL="344488" lvl="0" indent="-338328" algn="l" rtl="0">
              <a:lnSpc>
                <a:spcPct val="120000"/>
              </a:lnSpc>
              <a:spcBef>
                <a:spcPts val="1100"/>
              </a:spcBef>
              <a:spcAft>
                <a:spcPts val="0"/>
              </a:spcAft>
              <a:buSzPts val="1800"/>
              <a:buChar char="▪"/>
            </a:pPr>
            <a:r>
              <a:rPr lang="en-US" dirty="0"/>
              <a:t>The best solution is to step back and try to find an unbiased perspective. </a:t>
            </a:r>
            <a:endParaRPr dirty="0"/>
          </a:p>
          <a:p>
            <a:pPr marL="344488" lvl="0" indent="-224028" algn="l" rtl="0">
              <a:lnSpc>
                <a:spcPct val="120000"/>
              </a:lnSpc>
              <a:spcBef>
                <a:spcPts val="1100"/>
              </a:spcBef>
              <a:spcAft>
                <a:spcPts val="0"/>
              </a:spcAft>
              <a:buSzPts val="1800"/>
              <a:buNone/>
            </a:pPr>
            <a:endParaRPr dirty="0"/>
          </a:p>
          <a:p>
            <a:pPr marL="344488" lvl="0" indent="-224028" algn="l" rtl="0">
              <a:lnSpc>
                <a:spcPct val="120000"/>
              </a:lnSpc>
              <a:spcBef>
                <a:spcPts val="1100"/>
              </a:spcBef>
              <a:spcAft>
                <a:spcPts val="0"/>
              </a:spcAft>
              <a:buSzPts val="1800"/>
              <a:buNone/>
            </a:pPr>
            <a:endParaRPr dirty="0"/>
          </a:p>
          <a:p>
            <a:pPr marL="344488" lvl="0" indent="-224028" algn="l" rtl="0">
              <a:lnSpc>
                <a:spcPct val="120000"/>
              </a:lnSpc>
              <a:spcBef>
                <a:spcPts val="1100"/>
              </a:spcBef>
              <a:spcAft>
                <a:spcPts val="0"/>
              </a:spcAft>
              <a:buSzPts val="1800"/>
              <a:buNone/>
            </a:pPr>
            <a:endParaRPr dirty="0"/>
          </a:p>
          <a:p>
            <a:pPr marL="344488" lvl="0" indent="-224028" algn="l" rtl="0">
              <a:lnSpc>
                <a:spcPct val="120000"/>
              </a:lnSpc>
              <a:spcBef>
                <a:spcPts val="1100"/>
              </a:spcBef>
              <a:spcAft>
                <a:spcPts val="0"/>
              </a:spcAft>
              <a:buSzPts val="1800"/>
              <a:buNone/>
            </a:pPr>
            <a:endParaRPr dirty="0"/>
          </a:p>
          <a:p>
            <a:pPr marL="344488" lvl="0" indent="-224028" algn="l" rtl="0">
              <a:lnSpc>
                <a:spcPct val="120000"/>
              </a:lnSpc>
              <a:spcBef>
                <a:spcPts val="1100"/>
              </a:spcBef>
              <a:spcAft>
                <a:spcPts val="0"/>
              </a:spcAft>
              <a:buSzPts val="1800"/>
              <a:buNone/>
            </a:pPr>
            <a:endParaRPr dirty="0"/>
          </a:p>
          <a:p>
            <a:pPr marL="344488" lvl="0" indent="-224028" algn="l" rtl="0">
              <a:lnSpc>
                <a:spcPct val="120000"/>
              </a:lnSpc>
              <a:spcBef>
                <a:spcPts val="1100"/>
              </a:spcBef>
              <a:spcAft>
                <a:spcPts val="0"/>
              </a:spcAft>
              <a:buSzPts val="1800"/>
              <a:buNone/>
            </a:pPr>
            <a:endParaRPr dirty="0"/>
          </a:p>
          <a:p>
            <a:pPr marL="344488" lvl="0" indent="-224028" algn="l" rtl="0">
              <a:lnSpc>
                <a:spcPct val="120000"/>
              </a:lnSpc>
              <a:spcBef>
                <a:spcPts val="1100"/>
              </a:spcBef>
              <a:spcAft>
                <a:spcPts val="0"/>
              </a:spcAft>
              <a:buSzPts val="1800"/>
              <a:buNone/>
            </a:pPr>
            <a:endParaRPr dirty="0"/>
          </a:p>
        </p:txBody>
      </p:sp>
      <p:pic>
        <p:nvPicPr>
          <p:cNvPr id="189" name="Google Shape;189;p24"/>
          <p:cNvPicPr preferRelativeResize="0"/>
          <p:nvPr/>
        </p:nvPicPr>
        <p:blipFill rotWithShape="1">
          <a:blip r:embed="rId3">
            <a:alphaModFix/>
          </a:blip>
          <a:srcRect/>
          <a:stretch/>
        </p:blipFill>
        <p:spPr>
          <a:xfrm>
            <a:off x="7135509" y="1473694"/>
            <a:ext cx="3383861" cy="1880384"/>
          </a:xfrm>
          <a:prstGeom prst="rect">
            <a:avLst/>
          </a:prstGeom>
          <a:noFill/>
          <a:ln>
            <a:noFill/>
          </a:ln>
        </p:spPr>
      </p:pic>
      <p:pic>
        <p:nvPicPr>
          <p:cNvPr id="190" name="Google Shape;190;p24"/>
          <p:cNvPicPr preferRelativeResize="0"/>
          <p:nvPr/>
        </p:nvPicPr>
        <p:blipFill rotWithShape="1">
          <a:blip r:embed="rId4">
            <a:alphaModFix/>
          </a:blip>
          <a:srcRect/>
          <a:stretch/>
        </p:blipFill>
        <p:spPr>
          <a:xfrm>
            <a:off x="6654084" y="3462292"/>
            <a:ext cx="4148467" cy="33053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5"/>
          <p:cNvSpPr txBox="1">
            <a:spLocks noGrp="1"/>
          </p:cNvSpPr>
          <p:nvPr>
            <p:ph type="body" idx="1"/>
          </p:nvPr>
        </p:nvSpPr>
        <p:spPr>
          <a:xfrm>
            <a:off x="2383970" y="1175657"/>
            <a:ext cx="7724993" cy="4389257"/>
          </a:xfrm>
          <a:prstGeom prst="rect">
            <a:avLst/>
          </a:prstGeom>
          <a:solidFill>
            <a:schemeClr val="accent2"/>
          </a:solidFill>
          <a:ln w="15875" cap="flat" cmpd="sng">
            <a:solidFill>
              <a:srgbClr val="6589AF"/>
            </a:solidFill>
            <a:prstDash val="solid"/>
            <a:round/>
            <a:headEnd type="none" w="sm" len="sm"/>
            <a:tailEnd type="none" w="sm" len="sm"/>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b="1" i="1" spc="50" dirty="0">
                <a:ln w="0"/>
                <a:solidFill>
                  <a:schemeClr val="bg1"/>
                </a:solidFill>
                <a:effectLst>
                  <a:innerShdw blurRad="63500" dist="50800" dir="13500000">
                    <a:srgbClr val="000000">
                      <a:alpha val="50000"/>
                    </a:srgbClr>
                  </a:innerShdw>
                </a:effectLst>
                <a:sym typeface="Arial"/>
              </a:rPr>
              <a:t>You are in a meeting with people from your department. Some of them are your friends. One of your friends suggests a solution to a problem. Another colleague who is not your friend suggests a different solution. Your boss asks you to choose which of the solutions is better. Will you be able to give an unbiased perspective? </a:t>
            </a:r>
            <a:endParaRPr sz="2400" b="1" i="1" spc="50" dirty="0">
              <a:ln w="0"/>
              <a:solidFill>
                <a:schemeClr val="bg1"/>
              </a:solidFill>
              <a:effectLst>
                <a:innerShdw blurRad="63500" dist="50800" dir="13500000">
                  <a:srgbClr val="000000">
                    <a:alpha val="50000"/>
                  </a:srgbClr>
                </a:innerShdw>
              </a:effectLst>
            </a:endParaRPr>
          </a:p>
          <a:p>
            <a:pPr marL="344488" lvl="0" indent="-201168" algn="l" rtl="0">
              <a:lnSpc>
                <a:spcPct val="120000"/>
              </a:lnSpc>
              <a:spcBef>
                <a:spcPts val="1100"/>
              </a:spcBef>
              <a:spcAft>
                <a:spcPts val="0"/>
              </a:spcAft>
              <a:buSzPts val="2160"/>
              <a:buNone/>
            </a:pPr>
            <a:endParaRPr sz="2400" i="1"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6"/>
          <p:cNvSpPr txBox="1">
            <a:spLocks noGrp="1"/>
          </p:cNvSpPr>
          <p:nvPr>
            <p:ph type="title"/>
          </p:nvPr>
        </p:nvSpPr>
        <p:spPr>
          <a:xfrm>
            <a:off x="2611809" y="808056"/>
            <a:ext cx="4949882"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Differing backgrounds</a:t>
            </a:r>
            <a:endParaRPr/>
          </a:p>
        </p:txBody>
      </p:sp>
      <p:sp>
        <p:nvSpPr>
          <p:cNvPr id="201" name="Google Shape;201;p26"/>
          <p:cNvSpPr txBox="1">
            <a:spLocks noGrp="1"/>
          </p:cNvSpPr>
          <p:nvPr>
            <p:ph type="body" idx="1"/>
          </p:nvPr>
        </p:nvSpPr>
        <p:spPr>
          <a:xfrm>
            <a:off x="2417197" y="2512612"/>
            <a:ext cx="8152942" cy="4182386"/>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dirty="0"/>
              <a:t>People have different backgrounds due to different education,  culture, language and financial status. </a:t>
            </a:r>
            <a:endParaRPr dirty="0"/>
          </a:p>
          <a:p>
            <a:pPr marL="344488" lvl="0" indent="-338328" algn="l" rtl="0">
              <a:lnSpc>
                <a:spcPct val="120000"/>
              </a:lnSpc>
              <a:spcBef>
                <a:spcPts val="1100"/>
              </a:spcBef>
              <a:spcAft>
                <a:spcPts val="0"/>
              </a:spcAft>
              <a:buSzPts val="2160"/>
              <a:buChar char="▪"/>
            </a:pPr>
            <a:r>
              <a:rPr lang="en-US" sz="2400" u="sng" dirty="0"/>
              <a:t>It </a:t>
            </a:r>
            <a:r>
              <a:rPr lang="en-US" sz="2400" u="sng" dirty="0" smtClean="0"/>
              <a:t>is </a:t>
            </a:r>
            <a:r>
              <a:rPr lang="en-US" sz="2400" u="sng" dirty="0"/>
              <a:t>very important to know the background of the audience to communicate successfully</a:t>
            </a:r>
            <a:r>
              <a:rPr lang="en-US" sz="2400" dirty="0"/>
              <a:t>. </a:t>
            </a:r>
            <a:endParaRPr dirty="0"/>
          </a:p>
          <a:p>
            <a:pPr marL="344488" lvl="0" indent="-338328" algn="l" rtl="0">
              <a:lnSpc>
                <a:spcPct val="120000"/>
              </a:lnSpc>
              <a:spcBef>
                <a:spcPts val="1100"/>
              </a:spcBef>
              <a:spcAft>
                <a:spcPts val="0"/>
              </a:spcAft>
              <a:buSzPts val="2160"/>
              <a:buChar char="▪"/>
            </a:pPr>
            <a:r>
              <a:rPr lang="en-US" sz="2400" dirty="0"/>
              <a:t>The ability to understand where the audience is facing difficulty in understanding your message is important.</a:t>
            </a:r>
            <a:endParaRPr dirty="0"/>
          </a:p>
          <a:p>
            <a:pPr marL="344488" lvl="0" indent="-201168" algn="l" rtl="0">
              <a:lnSpc>
                <a:spcPct val="120000"/>
              </a:lnSpc>
              <a:spcBef>
                <a:spcPts val="1100"/>
              </a:spcBef>
              <a:spcAft>
                <a:spcPts val="0"/>
              </a:spcAft>
              <a:buSzPts val="2160"/>
              <a:buNone/>
            </a:pPr>
            <a:endParaRPr sz="2400" dirty="0"/>
          </a:p>
          <a:p>
            <a:pPr marL="6160" lvl="0" indent="0" algn="l" rtl="0">
              <a:lnSpc>
                <a:spcPct val="120000"/>
              </a:lnSpc>
              <a:spcBef>
                <a:spcPts val="1100"/>
              </a:spcBef>
              <a:spcAft>
                <a:spcPts val="0"/>
              </a:spcAft>
              <a:buSzPts val="1800"/>
              <a:buNone/>
            </a:pPr>
            <a:r>
              <a:rPr lang="en-US" dirty="0"/>
              <a:t> </a:t>
            </a:r>
            <a:endParaRPr dirty="0"/>
          </a:p>
          <a:p>
            <a:pPr marL="344488" lvl="0" indent="-224028" algn="l" rtl="0">
              <a:lnSpc>
                <a:spcPct val="120000"/>
              </a:lnSpc>
              <a:spcBef>
                <a:spcPts val="1100"/>
              </a:spcBef>
              <a:spcAft>
                <a:spcPts val="0"/>
              </a:spcAft>
              <a:buSzPts val="1800"/>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7" name="Google Shape;207;p27"/>
          <p:cNvSpPr txBox="1"/>
          <p:nvPr/>
        </p:nvSpPr>
        <p:spPr>
          <a:xfrm>
            <a:off x="2910177" y="659959"/>
            <a:ext cx="663934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lt1"/>
                </a:solidFill>
                <a:latin typeface="Arial"/>
                <a:ea typeface="Arial"/>
                <a:cs typeface="Arial"/>
                <a:sym typeface="Arial"/>
              </a:rPr>
              <a:t>ARE YOU ABLE TO UNDERSTAND THE MESSAGE BEING CONVEYED IN THIS PICTURE?</a:t>
            </a:r>
            <a:endParaRPr sz="1800">
              <a:solidFill>
                <a:schemeClr val="lt1"/>
              </a:solidFill>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2473889" y="2052116"/>
            <a:ext cx="8096250" cy="4457700"/>
          </a:xfrm>
          <a:prstGeom prst="rect">
            <a:avLst/>
          </a:prstGeom>
        </p:spPr>
      </p:pic>
      <p:sp>
        <p:nvSpPr>
          <p:cNvPr id="3" name="Text Placeholder 2"/>
          <p:cNvSpPr>
            <a:spLocks noGrp="1"/>
          </p:cNvSpPr>
          <p:nvPr>
            <p:ph type="body" idx="1"/>
          </p:nvPr>
        </p:nvSpPr>
        <p:spPr/>
        <p:txBody>
          <a:bodyPr/>
          <a:lstStyle/>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08194" y="1002276"/>
            <a:ext cx="6746937" cy="4799236"/>
          </a:xfrm>
          <a:prstGeom prst="rect">
            <a:avLst/>
          </a:prstGeom>
        </p:spPr>
      </p:pic>
    </p:spTree>
    <p:extLst>
      <p:ext uri="{BB962C8B-B14F-4D97-AF65-F5344CB8AC3E}">
        <p14:creationId xmlns:p14="http://schemas.microsoft.com/office/powerpoint/2010/main" val="942739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8"/>
          <p:cNvSpPr txBox="1">
            <a:spLocks noGrp="1"/>
          </p:cNvSpPr>
          <p:nvPr>
            <p:ph type="title"/>
          </p:nvPr>
        </p:nvSpPr>
        <p:spPr>
          <a:xfrm>
            <a:off x="2099144" y="1144988"/>
            <a:ext cx="8802093" cy="740297"/>
          </a:xfrm>
          <a:prstGeom prst="rect">
            <a:avLst/>
          </a:prstGeom>
          <a:noFill/>
          <a:ln>
            <a:noFill/>
          </a:ln>
        </p:spPr>
        <p:txBody>
          <a:bodyPr spcFirstLastPara="1" wrap="square" lIns="91425" tIns="45700" rIns="91425" bIns="45700" anchor="t" anchorCtr="0">
            <a:normAutofit fontScale="90000"/>
          </a:bodyPr>
          <a:lstStyle/>
          <a:p>
            <a:pPr marL="0" lvl="0" indent="0" algn="r" rtl="0">
              <a:lnSpc>
                <a:spcPct val="90000"/>
              </a:lnSpc>
              <a:spcBef>
                <a:spcPts val="0"/>
              </a:spcBef>
              <a:spcAft>
                <a:spcPts val="0"/>
              </a:spcAft>
              <a:buClr>
                <a:schemeClr val="lt1"/>
              </a:buClr>
              <a:buSzPct val="100000"/>
              <a:buFont typeface="Arial"/>
              <a:buNone/>
            </a:pPr>
            <a:r>
              <a:rPr lang="en-US"/>
              <a:t>Important points to remember while speaking and writing </a:t>
            </a:r>
            <a:endParaRPr/>
          </a:p>
        </p:txBody>
      </p:sp>
      <p:sp>
        <p:nvSpPr>
          <p:cNvPr id="213" name="Google Shape;213;p28"/>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1800"/>
              <a:buChar char="▪"/>
            </a:pPr>
            <a:r>
              <a:rPr lang="en-US" dirty="0"/>
              <a:t>Use words that the audience will understand clearly. Keep this point in mind when using technical terms. </a:t>
            </a:r>
            <a:endParaRPr dirty="0"/>
          </a:p>
          <a:p>
            <a:pPr marL="344488" lvl="0" indent="-338328" algn="l" rtl="0">
              <a:lnSpc>
                <a:spcPct val="120000"/>
              </a:lnSpc>
              <a:spcBef>
                <a:spcPts val="1100"/>
              </a:spcBef>
              <a:spcAft>
                <a:spcPts val="0"/>
              </a:spcAft>
              <a:buSzPts val="1800"/>
              <a:buChar char="▪"/>
            </a:pPr>
            <a:r>
              <a:rPr lang="en-US" dirty="0"/>
              <a:t>Always </a:t>
            </a:r>
            <a:r>
              <a:rPr lang="en-US" b="1" u="sng" dirty="0">
                <a:highlight>
                  <a:srgbClr val="FF00FF"/>
                </a:highlight>
              </a:rPr>
              <a:t>explain technical terms and their meaning. </a:t>
            </a:r>
            <a:endParaRPr b="1" u="sng" dirty="0">
              <a:highlight>
                <a:srgbClr val="FF00FF"/>
              </a:highlight>
            </a:endParaRPr>
          </a:p>
          <a:p>
            <a:pPr marL="344488" lvl="0" indent="-338328" algn="l" rtl="0">
              <a:lnSpc>
                <a:spcPct val="120000"/>
              </a:lnSpc>
              <a:spcBef>
                <a:spcPts val="1100"/>
              </a:spcBef>
              <a:spcAft>
                <a:spcPts val="0"/>
              </a:spcAft>
              <a:buSzPts val="1800"/>
              <a:buChar char="▪"/>
            </a:pPr>
            <a:r>
              <a:rPr lang="en-US" dirty="0"/>
              <a:t>At the same time, do not oversimplify. You might come across as unprofessional. </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9"/>
          <p:cNvSpPr txBox="1">
            <a:spLocks noGrp="1"/>
          </p:cNvSpPr>
          <p:nvPr>
            <p:ph type="title"/>
          </p:nvPr>
        </p:nvSpPr>
        <p:spPr>
          <a:xfrm>
            <a:off x="2611809" y="808056"/>
            <a:ext cx="3765138"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Wrong inference </a:t>
            </a:r>
            <a:endParaRPr/>
          </a:p>
        </p:txBody>
      </p:sp>
      <p:sp>
        <p:nvSpPr>
          <p:cNvPr id="219" name="Google Shape;219;p29"/>
          <p:cNvSpPr txBox="1">
            <a:spLocks noGrp="1"/>
          </p:cNvSpPr>
          <p:nvPr>
            <p:ph type="body" idx="1"/>
          </p:nvPr>
        </p:nvSpPr>
        <p:spPr>
          <a:xfrm>
            <a:off x="1109710" y="2210540"/>
            <a:ext cx="4039340" cy="3839403"/>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520"/>
              <a:buChar char="▪"/>
            </a:pPr>
            <a:r>
              <a:rPr lang="en-US" sz="2800" b="1" u="sng" dirty="0"/>
              <a:t>“Never assume, always look for facts</a:t>
            </a:r>
            <a:r>
              <a:rPr lang="en-US" sz="2800" u="sng" dirty="0"/>
              <a:t>.”</a:t>
            </a:r>
            <a:endParaRPr sz="2800" u="sng" dirty="0"/>
          </a:p>
          <a:p>
            <a:pPr marL="344488" lvl="0" indent="-338328" algn="l" rtl="0">
              <a:lnSpc>
                <a:spcPct val="120000"/>
              </a:lnSpc>
              <a:spcBef>
                <a:spcPts val="1100"/>
              </a:spcBef>
              <a:spcAft>
                <a:spcPts val="0"/>
              </a:spcAft>
              <a:buSzPts val="2520"/>
              <a:buChar char="▪"/>
            </a:pPr>
            <a:r>
              <a:rPr lang="en-US" sz="2800" dirty="0"/>
              <a:t>You must draw inferences after collecting data or information.</a:t>
            </a:r>
            <a:endParaRPr sz="2800" dirty="0"/>
          </a:p>
          <a:p>
            <a:pPr marL="344488" lvl="0" indent="-178308" algn="l" rtl="0">
              <a:lnSpc>
                <a:spcPct val="120000"/>
              </a:lnSpc>
              <a:spcBef>
                <a:spcPts val="1100"/>
              </a:spcBef>
              <a:spcAft>
                <a:spcPts val="0"/>
              </a:spcAft>
              <a:buSzPts val="2520"/>
              <a:buNone/>
            </a:pPr>
            <a:endParaRPr sz="2800" dirty="0"/>
          </a:p>
        </p:txBody>
      </p:sp>
      <p:pic>
        <p:nvPicPr>
          <p:cNvPr id="2" name="Picture 1"/>
          <p:cNvPicPr>
            <a:picLocks noChangeAspect="1"/>
          </p:cNvPicPr>
          <p:nvPr/>
        </p:nvPicPr>
        <p:blipFill>
          <a:blip r:embed="rId3"/>
          <a:stretch>
            <a:fillRect/>
          </a:stretch>
        </p:blipFill>
        <p:spPr>
          <a:xfrm>
            <a:off x="4748752" y="1766656"/>
            <a:ext cx="6325689" cy="405609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0"/>
          <p:cNvSpPr txBox="1">
            <a:spLocks noGrp="1"/>
          </p:cNvSpPr>
          <p:nvPr>
            <p:ph type="title"/>
          </p:nvPr>
        </p:nvSpPr>
        <p:spPr>
          <a:xfrm>
            <a:off x="2611808" y="808056"/>
            <a:ext cx="2882543"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Scenario 1</a:t>
            </a:r>
            <a:endParaRPr/>
          </a:p>
        </p:txBody>
      </p:sp>
      <p:sp>
        <p:nvSpPr>
          <p:cNvPr id="225" name="Google Shape;225;p30"/>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a:t>A colleague tells you that the manager you are supposed to report to is inefficient. </a:t>
            </a:r>
            <a:endParaRPr/>
          </a:p>
          <a:p>
            <a:pPr marL="344488" lvl="0" indent="-338328" algn="l" rtl="0">
              <a:lnSpc>
                <a:spcPct val="120000"/>
              </a:lnSpc>
              <a:spcBef>
                <a:spcPts val="1100"/>
              </a:spcBef>
              <a:spcAft>
                <a:spcPts val="0"/>
              </a:spcAft>
              <a:buSzPts val="2160"/>
              <a:buChar char="▪"/>
            </a:pPr>
            <a:r>
              <a:rPr lang="en-US" sz="2400"/>
              <a:t>Will you believe you colleague?  Would it impact your work? Will you try to form your own perception about him/her?</a:t>
            </a:r>
            <a:endParaRPr/>
          </a:p>
          <a:p>
            <a:pPr marL="344488" lvl="0" indent="-201168" algn="l" rtl="0">
              <a:lnSpc>
                <a:spcPct val="120000"/>
              </a:lnSpc>
              <a:spcBef>
                <a:spcPts val="1100"/>
              </a:spcBef>
              <a:spcAft>
                <a:spcPts val="0"/>
              </a:spcAft>
              <a:buSzPts val="2160"/>
              <a:buNone/>
            </a:pP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1"/>
          <p:cNvSpPr txBox="1">
            <a:spLocks noGrp="1"/>
          </p:cNvSpPr>
          <p:nvPr>
            <p:ph type="title"/>
          </p:nvPr>
        </p:nvSpPr>
        <p:spPr>
          <a:xfrm>
            <a:off x="2611808" y="808056"/>
            <a:ext cx="7958331" cy="1077229"/>
          </a:xfrm>
          <a:prstGeom prst="rect">
            <a:avLst/>
          </a:prstGeom>
          <a:noFill/>
          <a:ln>
            <a:noFill/>
          </a:ln>
        </p:spPr>
        <p:txBody>
          <a:bodyPr spcFirstLastPara="1" wrap="square" lIns="91425" tIns="45700" rIns="91425" bIns="45700" anchor="t" anchorCtr="0">
            <a:normAutofit fontScale="90000"/>
          </a:bodyPr>
          <a:lstStyle/>
          <a:p>
            <a:pPr marL="0" lvl="0" indent="0" algn="r" rtl="0">
              <a:lnSpc>
                <a:spcPct val="90000"/>
              </a:lnSpc>
              <a:spcBef>
                <a:spcPts val="0"/>
              </a:spcBef>
              <a:spcAft>
                <a:spcPts val="0"/>
              </a:spcAft>
              <a:buClr>
                <a:schemeClr val="lt1"/>
              </a:buClr>
              <a:buSzPct val="100000"/>
              <a:buFont typeface="Arial"/>
              <a:buNone/>
            </a:pPr>
            <a:r>
              <a:rPr lang="en-US"/>
              <a:t>Scenario 2: What are the various inferences you can make from this situation?</a:t>
            </a:r>
            <a:endParaRPr/>
          </a:p>
        </p:txBody>
      </p:sp>
      <p:sp>
        <p:nvSpPr>
          <p:cNvPr id="231" name="Google Shape;231;p31"/>
          <p:cNvSpPr txBox="1">
            <a:spLocks noGrp="1"/>
          </p:cNvSpPr>
          <p:nvPr>
            <p:ph type="body" idx="1"/>
          </p:nvPr>
        </p:nvSpPr>
        <p:spPr>
          <a:xfrm>
            <a:off x="1765190" y="2052116"/>
            <a:ext cx="8804949" cy="3997828"/>
          </a:xfrm>
          <a:prstGeom prst="rect">
            <a:avLst/>
          </a:prstGeom>
          <a:solidFill>
            <a:schemeClr val="accent2"/>
          </a:solidFill>
          <a:ln w="15875" cap="flat" cmpd="sng">
            <a:solidFill>
              <a:srgbClr val="6589AF"/>
            </a:solidFill>
            <a:prstDash val="solid"/>
            <a:round/>
            <a:headEnd type="none" w="sm" len="sm"/>
            <a:tailEnd type="none" w="sm" len="sm"/>
          </a:ln>
        </p:spPr>
        <p:txBody>
          <a:bodyPr spcFirstLastPara="1" wrap="square" lIns="91425" tIns="45700" rIns="91425" bIns="45700" anchor="ctr" anchorCtr="0">
            <a:normAutofit/>
          </a:bodyPr>
          <a:lstStyle/>
          <a:p>
            <a:pPr marL="6160" lvl="0" indent="0" algn="l" rtl="0">
              <a:lnSpc>
                <a:spcPct val="120000"/>
              </a:lnSpc>
              <a:spcBef>
                <a:spcPts val="0"/>
              </a:spcBef>
              <a:spcAft>
                <a:spcPts val="0"/>
              </a:spcAft>
              <a:buSzPts val="1800"/>
              <a:buNone/>
            </a:pPr>
            <a:r>
              <a:rPr lang="en-US" i="1" dirty="0">
                <a:ln w="0"/>
                <a:solidFill>
                  <a:schemeClr val="tx1"/>
                </a:solidFill>
                <a:effectLst>
                  <a:outerShdw blurRad="38100" dist="19050" dir="2700000" algn="tl" rotWithShape="0">
                    <a:schemeClr val="dk1">
                      <a:alpha val="40000"/>
                    </a:schemeClr>
                  </a:outerShdw>
                </a:effectLst>
                <a:latin typeface="Arial"/>
                <a:ea typeface="Arial"/>
                <a:cs typeface="Arial"/>
                <a:sym typeface="Arial"/>
              </a:rPr>
              <a:t>While visiting a shopping mall, you walk past a coffee shop where you overhear the shop manager having a heated argument with a customer. You are in a hurry to get to the grocery store to pick up some food items, so you don’t care to stop at the coffee shop to figure out the reason for the heated exchange. The next day, you hit the mall again but this time you are in the mood for a relaxing cup of coffee. You approach the same coffee shop where you had witnessed the argument the previous day, and you notice that the same manager is on duty. Across the lobby, there is another coffee shop. Would you stop at the first coffee shop or choose to walk an extra 20 yards to go to the other coffee shop?</a:t>
            </a:r>
            <a:endParaRPr i="1"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2"/>
          <p:cNvSpPr txBox="1">
            <a:spLocks noGrp="1"/>
          </p:cNvSpPr>
          <p:nvPr>
            <p:ph type="title"/>
          </p:nvPr>
        </p:nvSpPr>
        <p:spPr>
          <a:xfrm>
            <a:off x="2611808" y="808056"/>
            <a:ext cx="4011629"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Blocked categories</a:t>
            </a:r>
            <a:endParaRPr/>
          </a:p>
        </p:txBody>
      </p:sp>
      <p:sp>
        <p:nvSpPr>
          <p:cNvPr id="237" name="Google Shape;237;p32"/>
          <p:cNvSpPr txBox="1">
            <a:spLocks noGrp="1"/>
          </p:cNvSpPr>
          <p:nvPr>
            <p:ph type="body" idx="1"/>
          </p:nvPr>
        </p:nvSpPr>
        <p:spPr>
          <a:xfrm>
            <a:off x="2773599" y="2052115"/>
            <a:ext cx="7796540" cy="4356635"/>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a:t>Generally, we react positively to information that is consistent with our own opinions. (</a:t>
            </a:r>
            <a:r>
              <a:rPr lang="en-US" sz="2400" u="sng">
                <a:solidFill>
                  <a:schemeClr val="hlink"/>
                </a:solidFill>
                <a:hlinkClick r:id="rId3"/>
              </a:rPr>
              <a:t>https://www.youtube.com/watch?v=Kho5KvPBDSw</a:t>
            </a:r>
            <a:r>
              <a:rPr lang="en-US" sz="2400"/>
              <a:t> )</a:t>
            </a:r>
            <a:endParaRPr sz="2400"/>
          </a:p>
          <a:p>
            <a:pPr marL="344488" lvl="0" indent="-338328" algn="l" rtl="0">
              <a:lnSpc>
                <a:spcPct val="120000"/>
              </a:lnSpc>
              <a:spcBef>
                <a:spcPts val="1100"/>
              </a:spcBef>
              <a:spcAft>
                <a:spcPts val="0"/>
              </a:spcAft>
              <a:buSzPts val="2160"/>
              <a:buChar char="▪"/>
            </a:pPr>
            <a:r>
              <a:rPr lang="en-US" sz="2400"/>
              <a:t>When we receive information that does not conform to our personal views, we tend to react negatively. </a:t>
            </a:r>
            <a:endParaRPr sz="2400"/>
          </a:p>
          <a:p>
            <a:pPr marL="344488" lvl="0" indent="-338328" algn="l" rtl="0">
              <a:lnSpc>
                <a:spcPct val="120000"/>
              </a:lnSpc>
              <a:spcBef>
                <a:spcPts val="1100"/>
              </a:spcBef>
              <a:spcAft>
                <a:spcPts val="0"/>
              </a:spcAft>
              <a:buSzPts val="2160"/>
              <a:buChar char="▪"/>
            </a:pPr>
            <a:r>
              <a:rPr lang="en-US" sz="2400"/>
              <a:t>People, who have rigid thinking will face problems in communicating effectively. </a:t>
            </a:r>
            <a:endParaRPr/>
          </a:p>
          <a:p>
            <a:pPr marL="344488" lvl="0" indent="-224028" algn="l" rtl="0">
              <a:lnSpc>
                <a:spcPct val="120000"/>
              </a:lnSpc>
              <a:spcBef>
                <a:spcPts val="1100"/>
              </a:spcBef>
              <a:spcAft>
                <a:spcPts val="0"/>
              </a:spcAft>
              <a:buSzPts val="18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242" name="Google Shape;242;p33">
            <a:hlinkClick r:id="rId3"/>
          </p:cNvPr>
          <p:cNvPicPr preferRelativeResize="0">
            <a:picLocks noGrp="1"/>
          </p:cNvPicPr>
          <p:nvPr>
            <p:ph type="body" idx="1"/>
          </p:nvPr>
        </p:nvPicPr>
        <p:blipFill rotWithShape="1">
          <a:blip r:embed="rId4">
            <a:alphaModFix/>
          </a:blip>
          <a:srcRect/>
          <a:stretch/>
        </p:blipFill>
        <p:spPr>
          <a:xfrm>
            <a:off x="3124864" y="989726"/>
            <a:ext cx="5756744" cy="5266973"/>
          </a:xfrm>
          <a:prstGeom prst="rect">
            <a:avLst/>
          </a:prstGeom>
          <a:noFill/>
          <a:ln w="190500" cap="sq" cmpd="sng">
            <a:solidFill>
              <a:srgbClr val="C8C6BD"/>
            </a:solidFill>
            <a:prstDash val="solid"/>
            <a:miter lim="800000"/>
            <a:headEnd type="none" w="sm" len="sm"/>
            <a:tailEnd type="none" w="sm" len="sm"/>
          </a:ln>
          <a:effectLst>
            <a:outerShdw blurRad="254000" algn="bl" rotWithShape="0">
              <a:srgbClr val="000000">
                <a:alpha val="42745"/>
              </a:srgbClr>
            </a:outerShdw>
          </a:effectLst>
        </p:spPr>
      </p:pic>
      <p:sp>
        <p:nvSpPr>
          <p:cNvPr id="243" name="Google Shape;243;p33"/>
          <p:cNvSpPr txBox="1"/>
          <p:nvPr/>
        </p:nvSpPr>
        <p:spPr>
          <a:xfrm>
            <a:off x="3220278" y="413468"/>
            <a:ext cx="477873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             ARE YOU FLEXIBLE OR RIGID?</a:t>
            </a:r>
            <a:endParaRPr sz="1800">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4"/>
          <p:cNvSpPr txBox="1">
            <a:spLocks noGrp="1"/>
          </p:cNvSpPr>
          <p:nvPr>
            <p:ph type="title"/>
          </p:nvPr>
        </p:nvSpPr>
        <p:spPr>
          <a:xfrm>
            <a:off x="2611808" y="808056"/>
            <a:ext cx="7958331"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Categorical thinking or the ‘know-it-all’</a:t>
            </a:r>
            <a:endParaRPr/>
          </a:p>
        </p:txBody>
      </p:sp>
      <p:sp>
        <p:nvSpPr>
          <p:cNvPr id="249" name="Google Shape;249;p34"/>
          <p:cNvSpPr txBox="1">
            <a:spLocks noGrp="1"/>
          </p:cNvSpPr>
          <p:nvPr>
            <p:ph type="body" idx="1"/>
          </p:nvPr>
        </p:nvSpPr>
        <p:spPr>
          <a:xfrm>
            <a:off x="2773598" y="2052116"/>
            <a:ext cx="3674909" cy="3997828"/>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a:t>Some people think they know everything. </a:t>
            </a:r>
            <a:endParaRPr/>
          </a:p>
          <a:p>
            <a:pPr marL="344488" lvl="0" indent="-338328" algn="l" rtl="0">
              <a:lnSpc>
                <a:spcPct val="120000"/>
              </a:lnSpc>
              <a:spcBef>
                <a:spcPts val="1100"/>
              </a:spcBef>
              <a:spcAft>
                <a:spcPts val="0"/>
              </a:spcAft>
              <a:buSzPts val="2160"/>
              <a:buChar char="▪"/>
            </a:pPr>
            <a:r>
              <a:rPr lang="en-US" sz="2400"/>
              <a:t>They refuse to accept any new information.</a:t>
            </a:r>
            <a:endParaRPr/>
          </a:p>
          <a:p>
            <a:pPr marL="6160" lvl="0" indent="0" algn="l" rtl="0">
              <a:lnSpc>
                <a:spcPct val="120000"/>
              </a:lnSpc>
              <a:spcBef>
                <a:spcPts val="1100"/>
              </a:spcBef>
              <a:spcAft>
                <a:spcPts val="0"/>
              </a:spcAft>
              <a:buSzPts val="2160"/>
              <a:buNone/>
            </a:pPr>
            <a:r>
              <a:rPr lang="en-US" sz="2400"/>
              <a:t> </a:t>
            </a:r>
            <a:endParaRPr sz="2400"/>
          </a:p>
        </p:txBody>
      </p:sp>
      <p:sp>
        <p:nvSpPr>
          <p:cNvPr id="250" name="Google Shape;250;p34"/>
          <p:cNvSpPr/>
          <p:nvPr/>
        </p:nvSpPr>
        <p:spPr>
          <a:xfrm>
            <a:off x="7275443" y="2679590"/>
            <a:ext cx="3434964" cy="3370354"/>
          </a:xfrm>
          <a:prstGeom prst="rect">
            <a:avLst/>
          </a:prstGeom>
          <a:solidFill>
            <a:schemeClr val="accent2"/>
          </a:solidFill>
          <a:ln w="15875" cap="flat" cmpd="sng">
            <a:solidFill>
              <a:srgbClr val="6589A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u="sng">
                <a:solidFill>
                  <a:schemeClr val="lt1"/>
                </a:solidFill>
                <a:latin typeface="Arial"/>
                <a:ea typeface="Arial"/>
                <a:cs typeface="Arial"/>
                <a:sym typeface="Arial"/>
              </a:rPr>
              <a:t>Question</a:t>
            </a:r>
            <a:endParaRPr/>
          </a:p>
          <a:p>
            <a:pPr marL="0" marR="0" lvl="0" indent="0" algn="ctr" rtl="0">
              <a:spcBef>
                <a:spcPts val="0"/>
              </a:spcBef>
              <a:spcAft>
                <a:spcPts val="0"/>
              </a:spcAft>
              <a:buNone/>
            </a:pPr>
            <a:endParaRPr sz="2400">
              <a:solidFill>
                <a:schemeClr val="lt1"/>
              </a:solidFill>
              <a:latin typeface="Arial"/>
              <a:ea typeface="Arial"/>
              <a:cs typeface="Arial"/>
              <a:sym typeface="Arial"/>
            </a:endParaRPr>
          </a:p>
          <a:p>
            <a:pPr marL="0" marR="0" lvl="0" indent="0" algn="ctr" rtl="0">
              <a:spcBef>
                <a:spcPts val="0"/>
              </a:spcBef>
              <a:spcAft>
                <a:spcPts val="0"/>
              </a:spcAft>
              <a:buNone/>
            </a:pPr>
            <a:r>
              <a:rPr lang="en-US" sz="2400" i="1">
                <a:solidFill>
                  <a:schemeClr val="lt1"/>
                </a:solidFill>
                <a:latin typeface="Arial"/>
                <a:ea typeface="Arial"/>
                <a:cs typeface="Arial"/>
                <a:sym typeface="Arial"/>
              </a:rPr>
              <a:t>Doesn’t being a ‘know-it-all’ mean that you come across as confident?</a:t>
            </a:r>
            <a:endParaRPr/>
          </a:p>
          <a:p>
            <a:pPr marL="0" marR="0" lvl="0" indent="0" algn="ctr" rtl="0">
              <a:spcBef>
                <a:spcPts val="0"/>
              </a:spcBef>
              <a:spcAft>
                <a:spcPts val="0"/>
              </a:spcAft>
              <a:buNone/>
            </a:pPr>
            <a:endParaRPr sz="2400" i="1">
              <a:solidFill>
                <a:schemeClr val="lt1"/>
              </a:solidFill>
              <a:latin typeface="Arial"/>
              <a:ea typeface="Arial"/>
              <a:cs typeface="Arial"/>
              <a:sym typeface="Arial"/>
            </a:endParaRPr>
          </a:p>
          <a:p>
            <a:pPr marL="0" marR="0" lvl="0" indent="0" algn="ctr" rtl="0">
              <a:spcBef>
                <a:spcPts val="0"/>
              </a:spcBef>
              <a:spcAft>
                <a:spcPts val="0"/>
              </a:spcAft>
              <a:buNone/>
            </a:pPr>
            <a:r>
              <a:rPr lang="en-US" sz="2400" i="1">
                <a:solidFill>
                  <a:schemeClr val="lt1"/>
                </a:solidFill>
                <a:latin typeface="Arial"/>
                <a:ea typeface="Arial"/>
                <a:cs typeface="Arial"/>
                <a:sym typeface="Arial"/>
              </a:rPr>
              <a:t>How can it be a barrier? </a:t>
            </a:r>
            <a:endParaRPr sz="2400" i="1">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5"/>
          <p:cNvSpPr txBox="1">
            <a:spLocks noGrp="1"/>
          </p:cNvSpPr>
          <p:nvPr>
            <p:ph type="title"/>
          </p:nvPr>
        </p:nvSpPr>
        <p:spPr>
          <a:xfrm>
            <a:off x="2210464" y="914400"/>
            <a:ext cx="8359676" cy="970885"/>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How to avoid sounding like a ‘know-it-all?’</a:t>
            </a:r>
            <a:endParaRPr/>
          </a:p>
        </p:txBody>
      </p:sp>
      <p:sp>
        <p:nvSpPr>
          <p:cNvPr id="256" name="Google Shape;256;p35"/>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1800"/>
              <a:buFont typeface="Noto Sans Symbols"/>
              <a:buChar char="⮚"/>
            </a:pPr>
            <a:r>
              <a:rPr lang="en-US"/>
              <a:t>In a presentation, avoid using words like always, every time, everybody. Also avoid words such  as never, nobody, nothing.</a:t>
            </a:r>
            <a:endParaRPr/>
          </a:p>
          <a:p>
            <a:pPr marL="344488" lvl="0" indent="-338328" algn="l" rtl="0">
              <a:lnSpc>
                <a:spcPct val="120000"/>
              </a:lnSpc>
              <a:spcBef>
                <a:spcPts val="1100"/>
              </a:spcBef>
              <a:spcAft>
                <a:spcPts val="0"/>
              </a:spcAft>
              <a:buSzPts val="1800"/>
              <a:buFont typeface="Noto Sans Symbols"/>
              <a:buChar char="⮚"/>
            </a:pPr>
            <a:r>
              <a:rPr lang="en-US"/>
              <a:t>Use phrases such as ‘in most situations’, ‘most likely’.</a:t>
            </a:r>
            <a:endParaRPr/>
          </a:p>
          <a:p>
            <a:pPr marL="344488" lvl="0" indent="-338328" algn="l" rtl="0">
              <a:lnSpc>
                <a:spcPct val="120000"/>
              </a:lnSpc>
              <a:spcBef>
                <a:spcPts val="1100"/>
              </a:spcBef>
              <a:spcAft>
                <a:spcPts val="0"/>
              </a:spcAft>
              <a:buSzPts val="1800"/>
              <a:buFont typeface="Noto Sans Symbols"/>
              <a:buChar char="⮚"/>
            </a:pPr>
            <a:r>
              <a:rPr lang="en-US"/>
              <a:t>While giving a personal opinion, say ‘According to me’, ‘it appears to me’.</a:t>
            </a:r>
            <a:endParaRPr/>
          </a:p>
          <a:p>
            <a:pPr marL="344488" lvl="0" indent="-338328" algn="l" rtl="0">
              <a:lnSpc>
                <a:spcPct val="120000"/>
              </a:lnSpc>
              <a:spcBef>
                <a:spcPts val="1100"/>
              </a:spcBef>
              <a:spcAft>
                <a:spcPts val="0"/>
              </a:spcAft>
              <a:buSzPts val="1800"/>
              <a:buFont typeface="Noto Sans Symbols"/>
              <a:buChar char="⮚"/>
            </a:pPr>
            <a:r>
              <a:rPr lang="en-US"/>
              <a:t>While using facts from published research say ‘The article on…by….indicates that…’ </a:t>
            </a:r>
            <a:endParaRPr/>
          </a:p>
          <a:p>
            <a:pPr marL="344488" lvl="0" indent="-338328" algn="l" rtl="0">
              <a:lnSpc>
                <a:spcPct val="120000"/>
              </a:lnSpc>
              <a:spcBef>
                <a:spcPts val="1100"/>
              </a:spcBef>
              <a:spcAft>
                <a:spcPts val="0"/>
              </a:spcAft>
              <a:buSzPts val="1800"/>
              <a:buFont typeface="Noto Sans Symbols"/>
              <a:buChar char="⮚"/>
            </a:pPr>
            <a:r>
              <a:rPr lang="en-US"/>
              <a:t>When presenting your research say ‘ The evidence indicates.’</a:t>
            </a:r>
            <a:endParaRPr/>
          </a:p>
          <a:p>
            <a:pPr marL="344488" lvl="0" indent="-224028" algn="l" rtl="0">
              <a:lnSpc>
                <a:spcPct val="120000"/>
              </a:lnSpc>
              <a:spcBef>
                <a:spcPts val="1100"/>
              </a:spcBef>
              <a:spcAft>
                <a:spcPts val="0"/>
              </a:spcAft>
              <a:buSzPts val="18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6"/>
          <p:cNvSpPr txBox="1">
            <a:spLocks noGrp="1"/>
          </p:cNvSpPr>
          <p:nvPr>
            <p:ph type="title"/>
          </p:nvPr>
        </p:nvSpPr>
        <p:spPr>
          <a:xfrm>
            <a:off x="2611809" y="808056"/>
            <a:ext cx="4798808"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Interpersonal barriers</a:t>
            </a:r>
            <a:endParaRPr/>
          </a:p>
        </p:txBody>
      </p:sp>
      <p:sp>
        <p:nvSpPr>
          <p:cNvPr id="262" name="Google Shape;262;p36"/>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a:t>Interpersonal barriers arise due to inappropriate exchange of words between two or more people. </a:t>
            </a:r>
            <a:endParaRPr/>
          </a:p>
          <a:p>
            <a:pPr marL="344488" lvl="0" indent="-338328" algn="l" rtl="0">
              <a:lnSpc>
                <a:spcPct val="120000"/>
              </a:lnSpc>
              <a:spcBef>
                <a:spcPts val="1100"/>
              </a:spcBef>
              <a:spcAft>
                <a:spcPts val="0"/>
              </a:spcAft>
              <a:buSzPts val="2160"/>
              <a:buChar char="▪"/>
            </a:pPr>
            <a:r>
              <a:rPr lang="en-US" sz="2400" u="sng"/>
              <a:t>This can arise due to limitations in the communication skills of both the sender and the receiver</a:t>
            </a:r>
            <a:r>
              <a:rPr lang="en-US" sz="2400"/>
              <a:t>. </a:t>
            </a:r>
            <a:endParaRPr sz="2400"/>
          </a:p>
          <a:p>
            <a:pPr marL="344488" lvl="0" indent="-338328" algn="l" rtl="0">
              <a:lnSpc>
                <a:spcPct val="120000"/>
              </a:lnSpc>
              <a:spcBef>
                <a:spcPts val="1100"/>
              </a:spcBef>
              <a:spcAft>
                <a:spcPts val="0"/>
              </a:spcAft>
              <a:buSzPts val="2160"/>
              <a:buChar char="▪"/>
            </a:pPr>
            <a:r>
              <a:rPr lang="en-US" sz="2400" u="sng"/>
              <a:t>This can also arise due to a negative environment in the workplace</a:t>
            </a:r>
            <a:r>
              <a:rPr lang="en-US" sz="2400"/>
              <a:t>. </a:t>
            </a:r>
            <a:endParaRPr/>
          </a:p>
          <a:p>
            <a:pPr marL="344488" lvl="0" indent="-224028" algn="l" rtl="0">
              <a:lnSpc>
                <a:spcPct val="120000"/>
              </a:lnSpc>
              <a:spcBef>
                <a:spcPts val="1100"/>
              </a:spcBef>
              <a:spcAft>
                <a:spcPts val="0"/>
              </a:spcAft>
              <a:buSzPts val="18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7"/>
          <p:cNvSpPr txBox="1">
            <a:spLocks noGrp="1"/>
          </p:cNvSpPr>
          <p:nvPr>
            <p:ph type="title"/>
          </p:nvPr>
        </p:nvSpPr>
        <p:spPr>
          <a:xfrm>
            <a:off x="2611808" y="808056"/>
            <a:ext cx="7958331"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Common reasons for interpersonal barriers</a:t>
            </a:r>
            <a:endParaRPr/>
          </a:p>
        </p:txBody>
      </p:sp>
      <p:sp>
        <p:nvSpPr>
          <p:cNvPr id="268" name="Google Shape;268;p37"/>
          <p:cNvSpPr txBox="1">
            <a:spLocks noGrp="1"/>
          </p:cNvSpPr>
          <p:nvPr>
            <p:ph type="body" idx="1"/>
          </p:nvPr>
        </p:nvSpPr>
        <p:spPr>
          <a:xfrm>
            <a:off x="1701579" y="2162754"/>
            <a:ext cx="5677232" cy="3887189"/>
          </a:xfrm>
          <a:prstGeom prst="rect">
            <a:avLst/>
          </a:prstGeom>
          <a:noFill/>
          <a:ln>
            <a:noFill/>
          </a:ln>
        </p:spPr>
        <p:txBody>
          <a:bodyPr spcFirstLastPara="1" wrap="square" lIns="91425" tIns="45700" rIns="91425" bIns="45700" anchor="ctr" anchorCtr="0">
            <a:normAutofit/>
          </a:bodyPr>
          <a:lstStyle/>
          <a:p>
            <a:pPr marL="463360" lvl="0" indent="-457200" algn="l" rtl="0">
              <a:lnSpc>
                <a:spcPct val="120000"/>
              </a:lnSpc>
              <a:spcBef>
                <a:spcPts val="0"/>
              </a:spcBef>
              <a:spcAft>
                <a:spcPts val="0"/>
              </a:spcAft>
              <a:buSzPts val="1800"/>
              <a:buFont typeface="Arial"/>
              <a:buAutoNum type="arabicPeriod"/>
            </a:pPr>
            <a:r>
              <a:rPr lang="en-US"/>
              <a:t>Limited vocabulary</a:t>
            </a:r>
            <a:endParaRPr/>
          </a:p>
          <a:p>
            <a:pPr marL="463360" lvl="0" indent="-457200" algn="l" rtl="0">
              <a:lnSpc>
                <a:spcPct val="120000"/>
              </a:lnSpc>
              <a:spcBef>
                <a:spcPts val="1100"/>
              </a:spcBef>
              <a:spcAft>
                <a:spcPts val="0"/>
              </a:spcAft>
              <a:buSzPts val="1800"/>
              <a:buFont typeface="Arial"/>
              <a:buAutoNum type="arabicPeriod"/>
            </a:pPr>
            <a:r>
              <a:rPr lang="en-US"/>
              <a:t>Incompatibility of verbal and non-verbal messages</a:t>
            </a:r>
            <a:endParaRPr/>
          </a:p>
          <a:p>
            <a:pPr marL="463360" lvl="0" indent="-457200" algn="l" rtl="0">
              <a:lnSpc>
                <a:spcPct val="120000"/>
              </a:lnSpc>
              <a:spcBef>
                <a:spcPts val="1100"/>
              </a:spcBef>
              <a:spcAft>
                <a:spcPts val="0"/>
              </a:spcAft>
              <a:buSzPts val="1800"/>
              <a:buFont typeface="Arial"/>
              <a:buAutoNum type="arabicPeriod"/>
            </a:pPr>
            <a:r>
              <a:rPr lang="en-US"/>
              <a:t>Emotional outburst</a:t>
            </a:r>
            <a:endParaRPr/>
          </a:p>
          <a:p>
            <a:pPr marL="463360" lvl="0" indent="-457200" algn="l" rtl="0">
              <a:lnSpc>
                <a:spcPct val="120000"/>
              </a:lnSpc>
              <a:spcBef>
                <a:spcPts val="1100"/>
              </a:spcBef>
              <a:spcAft>
                <a:spcPts val="0"/>
              </a:spcAft>
              <a:buSzPts val="1800"/>
              <a:buFont typeface="Arial"/>
              <a:buAutoNum type="arabicPeriod"/>
            </a:pPr>
            <a:r>
              <a:rPr lang="en-US"/>
              <a:t>Communication selectivity</a:t>
            </a:r>
            <a:endParaRPr/>
          </a:p>
          <a:p>
            <a:pPr marL="463360" lvl="0" indent="-457200" algn="l" rtl="0">
              <a:lnSpc>
                <a:spcPct val="120000"/>
              </a:lnSpc>
              <a:spcBef>
                <a:spcPts val="1100"/>
              </a:spcBef>
              <a:spcAft>
                <a:spcPts val="0"/>
              </a:spcAft>
              <a:buSzPts val="1800"/>
              <a:buFont typeface="Arial"/>
              <a:buAutoNum type="arabicPeriod"/>
            </a:pPr>
            <a:r>
              <a:rPr lang="en-US"/>
              <a:t>Cultural variations*</a:t>
            </a:r>
            <a:endParaRPr/>
          </a:p>
          <a:p>
            <a:pPr marL="463360" lvl="0" indent="-457200" algn="l" rtl="0">
              <a:lnSpc>
                <a:spcPct val="120000"/>
              </a:lnSpc>
              <a:spcBef>
                <a:spcPts val="1100"/>
              </a:spcBef>
              <a:spcAft>
                <a:spcPts val="0"/>
              </a:spcAft>
              <a:buSzPts val="1800"/>
              <a:buFont typeface="Arial"/>
              <a:buAutoNum type="arabicPeriod"/>
            </a:pPr>
            <a:r>
              <a:rPr lang="en-US"/>
              <a:t>Poor listening skills*</a:t>
            </a:r>
            <a:endParaRPr/>
          </a:p>
          <a:p>
            <a:pPr marL="6160" lvl="0" indent="0" algn="l" rtl="0">
              <a:lnSpc>
                <a:spcPct val="120000"/>
              </a:lnSpc>
              <a:spcBef>
                <a:spcPts val="1100"/>
              </a:spcBef>
              <a:spcAft>
                <a:spcPts val="0"/>
              </a:spcAft>
              <a:buSzPts val="1800"/>
              <a:buNone/>
            </a:pPr>
            <a:r>
              <a:rPr lang="en-US"/>
              <a:t>* There are no slides for these points </a:t>
            </a:r>
            <a:endParaRPr/>
          </a:p>
          <a:p>
            <a:pPr marL="463360" lvl="0" indent="-342900" algn="l" rtl="0">
              <a:lnSpc>
                <a:spcPct val="120000"/>
              </a:lnSpc>
              <a:spcBef>
                <a:spcPts val="1100"/>
              </a:spcBef>
              <a:spcAft>
                <a:spcPts val="0"/>
              </a:spcAft>
              <a:buSzPts val="1800"/>
              <a:buFont typeface="Arial"/>
              <a:buNone/>
            </a:pPr>
            <a:endParaRPr/>
          </a:p>
        </p:txBody>
      </p:sp>
      <p:sp>
        <p:nvSpPr>
          <p:cNvPr id="269" name="Google Shape;269;p37"/>
          <p:cNvSpPr/>
          <p:nvPr/>
        </p:nvSpPr>
        <p:spPr>
          <a:xfrm>
            <a:off x="7513983" y="2679591"/>
            <a:ext cx="3056155" cy="2031325"/>
          </a:xfrm>
          <a:prstGeom prst="rect">
            <a:avLst/>
          </a:prstGeom>
          <a:gradFill>
            <a:gsLst>
              <a:gs pos="0">
                <a:srgbClr val="FFFFFF">
                  <a:alpha val="87843"/>
                </a:srgbClr>
              </a:gs>
              <a:gs pos="100000">
                <a:srgbClr val="BDBFF3">
                  <a:alpha val="91764"/>
                </a:srgbClr>
              </a:gs>
            </a:gsLst>
            <a:lin ang="5400000" scaled="0"/>
          </a:gra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u="sng">
                <a:solidFill>
                  <a:schemeClr val="hlink"/>
                </a:solidFill>
                <a:latin typeface="Arial"/>
                <a:ea typeface="Arial"/>
                <a:cs typeface="Arial"/>
                <a:sym typeface="Arial"/>
                <a:hlinkClick r:id="rId3"/>
              </a:rPr>
              <a:t>https://www.youtube.com/watch?v=gCfzeONu3Mo</a:t>
            </a: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(video explaining miscommunication. It covers some of the points mentioned on the left)</a:t>
            </a:r>
            <a:endParaRPr sz="1800">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8"/>
          <p:cNvSpPr txBox="1">
            <a:spLocks noGrp="1"/>
          </p:cNvSpPr>
          <p:nvPr>
            <p:ph type="title"/>
          </p:nvPr>
        </p:nvSpPr>
        <p:spPr>
          <a:xfrm>
            <a:off x="2611808" y="808056"/>
            <a:ext cx="4321729"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Limited vocabulary</a:t>
            </a:r>
            <a:endParaRPr/>
          </a:p>
        </p:txBody>
      </p:sp>
      <p:sp>
        <p:nvSpPr>
          <p:cNvPr id="275" name="Google Shape;275;p38"/>
          <p:cNvSpPr txBox="1">
            <a:spLocks noGrp="1"/>
          </p:cNvSpPr>
          <p:nvPr>
            <p:ph type="body" idx="1"/>
          </p:nvPr>
        </p:nvSpPr>
        <p:spPr>
          <a:xfrm>
            <a:off x="2773599" y="2052116"/>
            <a:ext cx="7070116" cy="3997828"/>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a:t>Having a limited vocabulary is a barrier. However, having a wide vocabulary can be a possible barrier too. </a:t>
            </a:r>
            <a:endParaRPr/>
          </a:p>
          <a:p>
            <a:pPr marL="344488" lvl="0" indent="-201168" algn="l" rtl="0">
              <a:lnSpc>
                <a:spcPct val="120000"/>
              </a:lnSpc>
              <a:spcBef>
                <a:spcPts val="1100"/>
              </a:spcBef>
              <a:spcAft>
                <a:spcPts val="0"/>
              </a:spcAft>
              <a:buSzPts val="2160"/>
              <a:buNone/>
            </a:pPr>
            <a:endParaRPr sz="2400"/>
          </a:p>
          <a:p>
            <a:pPr marL="344488" lvl="0" indent="-338328" algn="l" rtl="0">
              <a:lnSpc>
                <a:spcPct val="120000"/>
              </a:lnSpc>
              <a:spcBef>
                <a:spcPts val="1100"/>
              </a:spcBef>
              <a:spcAft>
                <a:spcPts val="0"/>
              </a:spcAft>
              <a:buSzPts val="2160"/>
              <a:buChar char="▪"/>
            </a:pPr>
            <a:r>
              <a:rPr lang="en-US" sz="2400"/>
              <a:t>If you have a wide vocabulary, you should be aware of the right usage of the words you have learned. </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9"/>
          <p:cNvSpPr txBox="1">
            <a:spLocks noGrp="1"/>
          </p:cNvSpPr>
          <p:nvPr>
            <p:ph type="title"/>
          </p:nvPr>
        </p:nvSpPr>
        <p:spPr>
          <a:xfrm>
            <a:off x="2051438" y="604300"/>
            <a:ext cx="8518702" cy="1280986"/>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Understanding the ‘correct’ meaning of words </a:t>
            </a:r>
            <a:endParaRPr/>
          </a:p>
        </p:txBody>
      </p:sp>
      <p:sp>
        <p:nvSpPr>
          <p:cNvPr id="281" name="Google Shape;281;p39"/>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p>
            <a:pPr marL="344488" lvl="0" indent="-224028" algn="l" rtl="0">
              <a:lnSpc>
                <a:spcPct val="120000"/>
              </a:lnSpc>
              <a:spcBef>
                <a:spcPts val="0"/>
              </a:spcBef>
              <a:spcAft>
                <a:spcPts val="0"/>
              </a:spcAft>
              <a:buSzPts val="1800"/>
              <a:buNone/>
            </a:pPr>
            <a:endParaRPr/>
          </a:p>
          <a:p>
            <a:pPr marL="344488" lvl="0" indent="-338328" algn="l" rtl="0">
              <a:lnSpc>
                <a:spcPct val="120000"/>
              </a:lnSpc>
              <a:spcBef>
                <a:spcPts val="1100"/>
              </a:spcBef>
              <a:spcAft>
                <a:spcPts val="0"/>
              </a:spcAft>
              <a:buSzPts val="1800"/>
              <a:buChar char="▪"/>
            </a:pPr>
            <a:r>
              <a:rPr lang="en-US"/>
              <a:t>Effect means the result of a particular influence. </a:t>
            </a:r>
            <a:endParaRPr/>
          </a:p>
          <a:p>
            <a:pPr marL="344488" lvl="0" indent="-338328" algn="l" rtl="0">
              <a:lnSpc>
                <a:spcPct val="120000"/>
              </a:lnSpc>
              <a:spcBef>
                <a:spcPts val="1100"/>
              </a:spcBef>
              <a:spcAft>
                <a:spcPts val="0"/>
              </a:spcAft>
              <a:buSzPts val="1800"/>
              <a:buChar char="▪"/>
            </a:pPr>
            <a:r>
              <a:rPr lang="en-US"/>
              <a:t>Affect means to have an influence on someone or something, or to cause a change in someone or something. </a:t>
            </a:r>
            <a:endParaRPr/>
          </a:p>
          <a:p>
            <a:pPr marL="344488" lvl="0" indent="-224028" algn="l" rtl="0">
              <a:lnSpc>
                <a:spcPct val="120000"/>
              </a:lnSpc>
              <a:spcBef>
                <a:spcPts val="1100"/>
              </a:spcBef>
              <a:spcAft>
                <a:spcPts val="0"/>
              </a:spcAft>
              <a:buSzPts val="1800"/>
              <a:buNone/>
            </a:pPr>
            <a:endParaRPr/>
          </a:p>
          <a:p>
            <a:pPr marL="344488" lvl="0" indent="-338328" algn="l" rtl="0">
              <a:lnSpc>
                <a:spcPct val="120000"/>
              </a:lnSpc>
              <a:spcBef>
                <a:spcPts val="1100"/>
              </a:spcBef>
              <a:spcAft>
                <a:spcPts val="0"/>
              </a:spcAft>
              <a:buSzPts val="1800"/>
              <a:buChar char="▪"/>
            </a:pPr>
            <a:r>
              <a:rPr lang="en-US"/>
              <a:t>Example: ‘</a:t>
            </a:r>
            <a:r>
              <a:rPr lang="en-US" i="1"/>
              <a:t>The new management wanted to </a:t>
            </a:r>
            <a:r>
              <a:rPr lang="en-US" i="1" u="sng"/>
              <a:t>effect</a:t>
            </a:r>
            <a:r>
              <a:rPr lang="en-US" i="1"/>
              <a:t> drastic changes, but the unions felt these would adversely </a:t>
            </a:r>
            <a:r>
              <a:rPr lang="en-US" i="1" u="sng"/>
              <a:t>affect </a:t>
            </a:r>
            <a:r>
              <a:rPr lang="en-US" i="1"/>
              <a:t>workers</a:t>
            </a:r>
            <a:r>
              <a:rPr lang="en-US"/>
              <a:t>.’</a:t>
            </a:r>
            <a:endParaRPr/>
          </a:p>
          <a:p>
            <a:pPr marL="344488" lvl="0" indent="-224028" algn="l" rtl="0">
              <a:lnSpc>
                <a:spcPct val="120000"/>
              </a:lnSpc>
              <a:spcBef>
                <a:spcPts val="1100"/>
              </a:spcBef>
              <a:spcAft>
                <a:spcPts val="0"/>
              </a:spcAft>
              <a:buSzPts val="1800"/>
              <a:buNone/>
            </a:pPr>
            <a:endParaRPr/>
          </a:p>
          <a:p>
            <a:pPr marL="344488" lvl="0" indent="-224028" algn="l" rtl="0">
              <a:lnSpc>
                <a:spcPct val="120000"/>
              </a:lnSpc>
              <a:spcBef>
                <a:spcPts val="1100"/>
              </a:spcBef>
              <a:spcAft>
                <a:spcPts val="0"/>
              </a:spcAft>
              <a:buSzPts val="1800"/>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0"/>
          <p:cNvSpPr txBox="1">
            <a:spLocks noGrp="1"/>
          </p:cNvSpPr>
          <p:nvPr>
            <p:ph type="title"/>
          </p:nvPr>
        </p:nvSpPr>
        <p:spPr>
          <a:xfrm>
            <a:off x="2611808" y="808056"/>
            <a:ext cx="7958331"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Incompatibility of verbal and non verbal messages</a:t>
            </a:r>
            <a:endParaRPr/>
          </a:p>
        </p:txBody>
      </p:sp>
      <p:sp>
        <p:nvSpPr>
          <p:cNvPr id="287" name="Google Shape;287;p40"/>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a:t>Misinterpretation of non verbal cues can be a barrier to effective communication. </a:t>
            </a:r>
            <a:endParaRPr/>
          </a:p>
          <a:p>
            <a:pPr marL="344488" lvl="0" indent="-338328" algn="l" rtl="0">
              <a:lnSpc>
                <a:spcPct val="120000"/>
              </a:lnSpc>
              <a:spcBef>
                <a:spcPts val="1100"/>
              </a:spcBef>
              <a:spcAft>
                <a:spcPts val="0"/>
              </a:spcAft>
              <a:buSzPts val="2160"/>
              <a:buChar char="▪"/>
            </a:pPr>
            <a:r>
              <a:rPr lang="en-US" sz="2400"/>
              <a:t>Non-verbal messages should be consistent with verbal messages. </a:t>
            </a:r>
            <a:endParaRPr sz="2400"/>
          </a:p>
          <a:p>
            <a:pPr marL="344488" lvl="0" indent="-338328" algn="l" rtl="0">
              <a:lnSpc>
                <a:spcPct val="120000"/>
              </a:lnSpc>
              <a:spcBef>
                <a:spcPts val="1100"/>
              </a:spcBef>
              <a:spcAft>
                <a:spcPts val="0"/>
              </a:spcAft>
              <a:buSzPts val="2160"/>
              <a:buChar char="▪"/>
            </a:pPr>
            <a:r>
              <a:rPr lang="en-US" sz="2400"/>
              <a:t>Be aware of your body language as well as that of the audience. </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1"/>
          <p:cNvSpPr txBox="1">
            <a:spLocks noGrp="1"/>
          </p:cNvSpPr>
          <p:nvPr>
            <p:ph type="title"/>
          </p:nvPr>
        </p:nvSpPr>
        <p:spPr>
          <a:xfrm>
            <a:off x="2611809" y="808056"/>
            <a:ext cx="4544366"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Emotional outburst</a:t>
            </a:r>
            <a:endParaRPr/>
          </a:p>
        </p:txBody>
      </p:sp>
      <p:sp>
        <p:nvSpPr>
          <p:cNvPr id="293" name="Google Shape;293;p41"/>
          <p:cNvSpPr txBox="1">
            <a:spLocks noGrp="1"/>
          </p:cNvSpPr>
          <p:nvPr>
            <p:ph type="body" idx="1"/>
          </p:nvPr>
        </p:nvSpPr>
        <p:spPr>
          <a:xfrm>
            <a:off x="2773599" y="2052116"/>
            <a:ext cx="4048620" cy="3997828"/>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1800"/>
              <a:buChar char="▪"/>
            </a:pPr>
            <a:r>
              <a:rPr lang="en-US" sz="2400" b="1" i="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How can you control the situation if you or anyone else has an emotional outburst during a meeting?</a:t>
            </a:r>
            <a:endParaRPr sz="2400" b="1" i="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a:p>
            <a:pPr marL="6160" lvl="0" indent="0" algn="l" rtl="0">
              <a:lnSpc>
                <a:spcPct val="120000"/>
              </a:lnSpc>
              <a:spcBef>
                <a:spcPts val="1100"/>
              </a:spcBef>
              <a:spcAft>
                <a:spcPts val="0"/>
              </a:spcAft>
              <a:buSzPts val="1800"/>
              <a:buNone/>
            </a:pPr>
            <a:endParaRPr dirty="0"/>
          </a:p>
        </p:txBody>
      </p:sp>
      <p:pic>
        <p:nvPicPr>
          <p:cNvPr id="294" name="Google Shape;294;p41"/>
          <p:cNvPicPr preferRelativeResize="0"/>
          <p:nvPr/>
        </p:nvPicPr>
        <p:blipFill rotWithShape="1">
          <a:blip r:embed="rId3">
            <a:alphaModFix/>
          </a:blip>
          <a:srcRect/>
          <a:stretch/>
        </p:blipFill>
        <p:spPr>
          <a:xfrm>
            <a:off x="6945087" y="1885285"/>
            <a:ext cx="3386514" cy="378399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2"/>
          <p:cNvSpPr txBox="1">
            <a:spLocks noGrp="1"/>
          </p:cNvSpPr>
          <p:nvPr>
            <p:ph type="title"/>
          </p:nvPr>
        </p:nvSpPr>
        <p:spPr>
          <a:xfrm>
            <a:off x="2611809" y="808056"/>
            <a:ext cx="5554182"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Communication selectivity</a:t>
            </a:r>
            <a:endParaRPr/>
          </a:p>
        </p:txBody>
      </p:sp>
      <p:sp>
        <p:nvSpPr>
          <p:cNvPr id="300" name="Google Shape;300;p42"/>
          <p:cNvSpPr txBox="1">
            <a:spLocks noGrp="1"/>
          </p:cNvSpPr>
          <p:nvPr>
            <p:ph type="body" idx="1"/>
          </p:nvPr>
        </p:nvSpPr>
        <p:spPr>
          <a:xfrm>
            <a:off x="1789044" y="1963972"/>
            <a:ext cx="4850296" cy="4085972"/>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a:t>When the receiver pays attention only to a part of the message, he is imposing a barrier. </a:t>
            </a:r>
            <a:endParaRPr/>
          </a:p>
          <a:p>
            <a:pPr marL="344488" lvl="0" indent="-338328" algn="l" rtl="0">
              <a:lnSpc>
                <a:spcPct val="120000"/>
              </a:lnSpc>
              <a:spcBef>
                <a:spcPts val="1100"/>
              </a:spcBef>
              <a:spcAft>
                <a:spcPts val="0"/>
              </a:spcAft>
              <a:buSzPts val="2160"/>
              <a:buChar char="▪"/>
            </a:pPr>
            <a:r>
              <a:rPr lang="en-US" sz="2400"/>
              <a:t>He is probably interested in only one part of the message and ignores the other part. </a:t>
            </a:r>
            <a:endParaRPr/>
          </a:p>
          <a:p>
            <a:pPr marL="6160" lvl="0" indent="0" algn="l" rtl="0">
              <a:lnSpc>
                <a:spcPct val="120000"/>
              </a:lnSpc>
              <a:spcBef>
                <a:spcPts val="1100"/>
              </a:spcBef>
              <a:spcAft>
                <a:spcPts val="0"/>
              </a:spcAft>
              <a:buSzPts val="2160"/>
              <a:buNone/>
            </a:pPr>
            <a:endParaRPr sz="2400"/>
          </a:p>
        </p:txBody>
      </p:sp>
      <p:sp>
        <p:nvSpPr>
          <p:cNvPr id="301" name="Google Shape;301;p42"/>
          <p:cNvSpPr txBox="1"/>
          <p:nvPr/>
        </p:nvSpPr>
        <p:spPr>
          <a:xfrm>
            <a:off x="7736618" y="2655736"/>
            <a:ext cx="2775005"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u="sng">
                <a:solidFill>
                  <a:schemeClr val="lt1"/>
                </a:solidFill>
                <a:latin typeface="Arial"/>
                <a:ea typeface="Arial"/>
                <a:cs typeface="Arial"/>
                <a:sym typeface="Arial"/>
              </a:rPr>
              <a:t>Think about it</a:t>
            </a:r>
            <a:endParaRPr/>
          </a:p>
          <a:p>
            <a:pPr marL="0" marR="0" lvl="0" indent="0" algn="l" rtl="0">
              <a:spcBef>
                <a:spcPts val="0"/>
              </a:spcBef>
              <a:spcAft>
                <a:spcPts val="0"/>
              </a:spcAft>
              <a:buNone/>
            </a:pP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Isn’t selectivity essential in a world filled with information overload? </a:t>
            </a:r>
            <a:endParaRPr/>
          </a:p>
          <a:p>
            <a:pPr marL="0" marR="0" lvl="0" indent="0" algn="l" rtl="0">
              <a:spcBef>
                <a:spcPts val="0"/>
              </a:spcBef>
              <a:spcAft>
                <a:spcPts val="0"/>
              </a:spcAft>
              <a:buNone/>
            </a:pP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Why can it be a problem? </a:t>
            </a:r>
            <a:endParaRPr sz="2000">
              <a:solidFill>
                <a:schemeClr val="lt1"/>
              </a:solidFill>
              <a:latin typeface="Arial"/>
              <a:ea typeface="Arial"/>
              <a:cs typeface="Arial"/>
              <a:sym typeface="Arial"/>
            </a:endParaRPr>
          </a:p>
        </p:txBody>
      </p:sp>
      <p:pic>
        <p:nvPicPr>
          <p:cNvPr id="302" name="Google Shape;302;p42"/>
          <p:cNvPicPr preferRelativeResize="0"/>
          <p:nvPr/>
        </p:nvPicPr>
        <p:blipFill rotWithShape="1">
          <a:blip r:embed="rId3">
            <a:alphaModFix/>
          </a:blip>
          <a:srcRect/>
          <a:stretch/>
        </p:blipFill>
        <p:spPr>
          <a:xfrm>
            <a:off x="9660835" y="2400716"/>
            <a:ext cx="637262" cy="63726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3"/>
          <p:cNvSpPr txBox="1">
            <a:spLocks noGrp="1"/>
          </p:cNvSpPr>
          <p:nvPr>
            <p:ph type="title"/>
          </p:nvPr>
        </p:nvSpPr>
        <p:spPr>
          <a:xfrm>
            <a:off x="2611809" y="808056"/>
            <a:ext cx="4981688"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Organizational barriers</a:t>
            </a:r>
            <a:endParaRPr/>
          </a:p>
        </p:txBody>
      </p:sp>
      <p:sp>
        <p:nvSpPr>
          <p:cNvPr id="308" name="Google Shape;308;p43"/>
          <p:cNvSpPr txBox="1">
            <a:spLocks noGrp="1"/>
          </p:cNvSpPr>
          <p:nvPr>
            <p:ph type="body" idx="1"/>
          </p:nvPr>
        </p:nvSpPr>
        <p:spPr>
          <a:xfrm>
            <a:off x="2027583" y="1979875"/>
            <a:ext cx="8542556" cy="4070069"/>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a:t>Too many transfer stations</a:t>
            </a:r>
            <a:endParaRPr/>
          </a:p>
          <a:p>
            <a:pPr marL="344488" lvl="0" indent="-338328" algn="l" rtl="0">
              <a:lnSpc>
                <a:spcPct val="120000"/>
              </a:lnSpc>
              <a:spcBef>
                <a:spcPts val="1100"/>
              </a:spcBef>
              <a:spcAft>
                <a:spcPts val="0"/>
              </a:spcAft>
              <a:buSzPts val="2160"/>
              <a:buChar char="▪"/>
            </a:pPr>
            <a:r>
              <a:rPr lang="en-US" sz="2400"/>
              <a:t>Fear of superiors</a:t>
            </a:r>
            <a:endParaRPr/>
          </a:p>
          <a:p>
            <a:pPr marL="344488" lvl="0" indent="-338328" algn="l" rtl="0">
              <a:lnSpc>
                <a:spcPct val="120000"/>
              </a:lnSpc>
              <a:spcBef>
                <a:spcPts val="1100"/>
              </a:spcBef>
              <a:spcAft>
                <a:spcPts val="0"/>
              </a:spcAft>
              <a:buSzPts val="2160"/>
              <a:buChar char="▪"/>
            </a:pPr>
            <a:r>
              <a:rPr lang="en-US" sz="2400"/>
              <a:t>Negative tendencies</a:t>
            </a:r>
            <a:endParaRPr/>
          </a:p>
          <a:p>
            <a:pPr marL="344488" lvl="0" indent="-338328" algn="l" rtl="0">
              <a:lnSpc>
                <a:spcPct val="120000"/>
              </a:lnSpc>
              <a:spcBef>
                <a:spcPts val="1100"/>
              </a:spcBef>
              <a:spcAft>
                <a:spcPts val="0"/>
              </a:spcAft>
              <a:buSzPts val="2160"/>
              <a:buChar char="▪"/>
            </a:pPr>
            <a:r>
              <a:rPr lang="en-US" sz="2400"/>
              <a:t>Use of inappropriate media</a:t>
            </a:r>
            <a:endParaRPr/>
          </a:p>
          <a:p>
            <a:pPr marL="344488" lvl="0" indent="-338328" algn="l" rtl="0">
              <a:lnSpc>
                <a:spcPct val="120000"/>
              </a:lnSpc>
              <a:spcBef>
                <a:spcPts val="1100"/>
              </a:spcBef>
              <a:spcAft>
                <a:spcPts val="0"/>
              </a:spcAft>
              <a:buSzPts val="2160"/>
              <a:buChar char="▪"/>
            </a:pPr>
            <a:r>
              <a:rPr lang="en-US" sz="2400"/>
              <a:t>Information overload</a:t>
            </a:r>
            <a:endParaRPr sz="2400"/>
          </a:p>
        </p:txBody>
      </p:sp>
      <p:sp>
        <p:nvSpPr>
          <p:cNvPr id="309" name="Google Shape;309;p43"/>
          <p:cNvSpPr txBox="1"/>
          <p:nvPr/>
        </p:nvSpPr>
        <p:spPr>
          <a:xfrm>
            <a:off x="6814268" y="2608000"/>
            <a:ext cx="3180521"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Arial"/>
                <a:ea typeface="Arial"/>
                <a:cs typeface="Arial"/>
                <a:sym typeface="Arial"/>
              </a:rPr>
              <a:t>    </a:t>
            </a:r>
            <a:r>
              <a:rPr lang="en-US" sz="2400" b="1" u="sng">
                <a:solidFill>
                  <a:schemeClr val="lt1"/>
                </a:solidFill>
                <a:latin typeface="Arial"/>
                <a:ea typeface="Arial"/>
                <a:cs typeface="Arial"/>
                <a:sym typeface="Arial"/>
              </a:rPr>
              <a:t>THINK ABOUT IT</a:t>
            </a:r>
            <a:endParaRPr/>
          </a:p>
          <a:p>
            <a:pPr marL="0" marR="0" lvl="0" indent="0" algn="l" rtl="0">
              <a:spcBef>
                <a:spcPts val="0"/>
              </a:spcBef>
              <a:spcAft>
                <a:spcPts val="0"/>
              </a:spcAft>
              <a:buNone/>
            </a:pPr>
            <a:endParaRPr sz="2400">
              <a:solidFill>
                <a:schemeClr val="lt1"/>
              </a:solidFill>
              <a:latin typeface="Arial"/>
              <a:ea typeface="Arial"/>
              <a:cs typeface="Arial"/>
              <a:sym typeface="Arial"/>
            </a:endParaRPr>
          </a:p>
          <a:p>
            <a:pPr marL="0" marR="0" lvl="0" indent="0" algn="l" rtl="0">
              <a:spcBef>
                <a:spcPts val="0"/>
              </a:spcBef>
              <a:spcAft>
                <a:spcPts val="0"/>
              </a:spcAft>
              <a:buNone/>
            </a:pPr>
            <a:r>
              <a:rPr lang="en-US" sz="2400" i="1">
                <a:solidFill>
                  <a:schemeClr val="lt1"/>
                </a:solidFill>
                <a:latin typeface="Arial"/>
                <a:ea typeface="Arial"/>
                <a:cs typeface="Arial"/>
                <a:sym typeface="Arial"/>
              </a:rPr>
              <a:t>How can you tackle each of these organizational barriers</a:t>
            </a:r>
            <a:r>
              <a:rPr lang="en-US" sz="2400">
                <a:solidFill>
                  <a:schemeClr val="lt1"/>
                </a:solidFill>
                <a:latin typeface="Arial"/>
                <a:ea typeface="Arial"/>
                <a:cs typeface="Arial"/>
                <a:sym typeface="Arial"/>
              </a:rPr>
              <a:t>?</a:t>
            </a:r>
            <a:endParaRPr/>
          </a:p>
        </p:txBody>
      </p:sp>
      <p:pic>
        <p:nvPicPr>
          <p:cNvPr id="310" name="Google Shape;310;p43"/>
          <p:cNvPicPr preferRelativeResize="0"/>
          <p:nvPr/>
        </p:nvPicPr>
        <p:blipFill rotWithShape="1">
          <a:blip r:embed="rId3">
            <a:alphaModFix/>
          </a:blip>
          <a:srcRect/>
          <a:stretch/>
        </p:blipFill>
        <p:spPr>
          <a:xfrm>
            <a:off x="9764201" y="2488730"/>
            <a:ext cx="634039" cy="64013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4"/>
          <p:cNvSpPr txBox="1">
            <a:spLocks noGrp="1"/>
          </p:cNvSpPr>
          <p:nvPr>
            <p:ph type="title"/>
          </p:nvPr>
        </p:nvSpPr>
        <p:spPr>
          <a:xfrm>
            <a:off x="2611809" y="808056"/>
            <a:ext cx="5713208"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Too many transfer stations </a:t>
            </a:r>
            <a:endParaRPr/>
          </a:p>
        </p:txBody>
      </p:sp>
      <p:sp>
        <p:nvSpPr>
          <p:cNvPr id="316" name="Google Shape;316;p44"/>
          <p:cNvSpPr txBox="1">
            <a:spLocks noGrp="1"/>
          </p:cNvSpPr>
          <p:nvPr>
            <p:ph type="body" idx="1"/>
          </p:nvPr>
        </p:nvSpPr>
        <p:spPr>
          <a:xfrm>
            <a:off x="2611809" y="970059"/>
            <a:ext cx="3876456" cy="5079885"/>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dirty="0"/>
              <a:t>This leads to distortion of information.</a:t>
            </a:r>
            <a:endParaRPr dirty="0"/>
          </a:p>
        </p:txBody>
      </p:sp>
      <p:sp>
        <p:nvSpPr>
          <p:cNvPr id="317" name="Google Shape;317;p44"/>
          <p:cNvSpPr/>
          <p:nvPr/>
        </p:nvSpPr>
        <p:spPr>
          <a:xfrm>
            <a:off x="6941489" y="2592125"/>
            <a:ext cx="4039261" cy="3416320"/>
          </a:xfrm>
          <a:prstGeom prst="rect">
            <a:avLst/>
          </a:prstGeom>
          <a:solidFill>
            <a:schemeClr val="accent2"/>
          </a:solidFill>
          <a:ln w="222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i="1" dirty="0">
                <a:ln w="0"/>
                <a:solidFill>
                  <a:schemeClr val="tx1"/>
                </a:solidFill>
                <a:effectLst>
                  <a:outerShdw blurRad="38100" dist="19050" dir="2700000" algn="tl" rotWithShape="0">
                    <a:schemeClr val="dk1">
                      <a:alpha val="40000"/>
                    </a:schemeClr>
                  </a:outerShdw>
                </a:effectLst>
                <a:latin typeface="Arial"/>
                <a:ea typeface="Arial"/>
                <a:cs typeface="Arial"/>
                <a:sym typeface="Arial"/>
              </a:rPr>
              <a:t>Example: X tells you to inform Y about a meeting at 10 am tomorrow. You are busy with work so you tell Z to communicate with Y. Z  tells Y that the meeting is at 11 am. </a:t>
            </a:r>
            <a:endParaRPr sz="2400" i="1" dirty="0">
              <a:ln w="0"/>
              <a:solidFill>
                <a:schemeClr val="tx1"/>
              </a:solidFill>
              <a:effectLst>
                <a:outerShdw blurRad="38100" dist="19050" dir="2700000" algn="tl" rotWithShape="0">
                  <a:schemeClr val="dk1">
                    <a:alpha val="40000"/>
                  </a:schemeClr>
                </a:outerShdw>
              </a:effectLst>
              <a:latin typeface="Arial"/>
              <a:ea typeface="Arial"/>
              <a:cs typeface="Arial"/>
              <a:sym typeface="Arial"/>
            </a:endParaRPr>
          </a:p>
          <a:p>
            <a:pPr marL="0" marR="0" lvl="0" indent="0" algn="l" rtl="0">
              <a:spcBef>
                <a:spcPts val="0"/>
              </a:spcBef>
              <a:spcAft>
                <a:spcPts val="0"/>
              </a:spcAft>
              <a:buNone/>
            </a:pPr>
            <a:endParaRPr sz="2400" i="1" dirty="0">
              <a:ln w="0"/>
              <a:solidFill>
                <a:schemeClr val="tx1"/>
              </a:solidFill>
              <a:effectLst>
                <a:outerShdw blurRad="38100" dist="19050" dir="2700000" algn="tl" rotWithShape="0">
                  <a:schemeClr val="dk1">
                    <a:alpha val="40000"/>
                  </a:schemeClr>
                </a:outerShdw>
              </a:effectLst>
              <a:latin typeface="Arial"/>
              <a:ea typeface="Arial"/>
              <a:cs typeface="Arial"/>
              <a:sym typeface="Arial"/>
            </a:endParaRPr>
          </a:p>
          <a:p>
            <a:pPr marL="0" marR="0" lvl="0" indent="0" algn="l" rtl="0">
              <a:spcBef>
                <a:spcPts val="0"/>
              </a:spcBef>
              <a:spcAft>
                <a:spcPts val="0"/>
              </a:spcAft>
              <a:buNone/>
            </a:pPr>
            <a:r>
              <a:rPr lang="en-US" sz="2400" i="1" dirty="0">
                <a:ln w="0"/>
                <a:solidFill>
                  <a:schemeClr val="tx1"/>
                </a:solidFill>
                <a:effectLst>
                  <a:outerShdw blurRad="38100" dist="19050" dir="2700000" algn="tl" rotWithShape="0">
                    <a:schemeClr val="dk1">
                      <a:alpha val="40000"/>
                    </a:schemeClr>
                  </a:outerShdw>
                </a:effectLst>
                <a:latin typeface="Arial"/>
                <a:ea typeface="Arial"/>
                <a:cs typeface="Arial"/>
                <a:sym typeface="Arial"/>
              </a:rPr>
              <a:t>What is a better solution?</a:t>
            </a:r>
            <a:endParaRPr sz="2400" i="1" dirty="0">
              <a:ln w="0"/>
              <a:solidFill>
                <a:schemeClr val="tx1"/>
              </a:solidFill>
              <a:effectLst>
                <a:outerShdw blurRad="38100" dist="19050" dir="2700000" algn="tl" rotWithShape="0">
                  <a:schemeClr val="dk1">
                    <a:alpha val="40000"/>
                  </a:schemeClr>
                </a:outerShdw>
              </a:effectLst>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5"/>
          <p:cNvSpPr txBox="1">
            <a:spLocks noGrp="1"/>
          </p:cNvSpPr>
          <p:nvPr>
            <p:ph type="title"/>
          </p:nvPr>
        </p:nvSpPr>
        <p:spPr>
          <a:xfrm>
            <a:off x="2611809" y="808056"/>
            <a:ext cx="4385340"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Negative tendencies</a:t>
            </a:r>
            <a:endParaRPr/>
          </a:p>
        </p:txBody>
      </p:sp>
      <p:sp>
        <p:nvSpPr>
          <p:cNvPr id="323" name="Google Shape;323;p45"/>
          <p:cNvSpPr txBox="1">
            <a:spLocks noGrp="1"/>
          </p:cNvSpPr>
          <p:nvPr>
            <p:ph type="body" idx="1"/>
          </p:nvPr>
        </p:nvSpPr>
        <p:spPr>
          <a:xfrm>
            <a:off x="1455089" y="2052116"/>
            <a:ext cx="5709036" cy="3997828"/>
          </a:xfrm>
          <a:prstGeom prst="rect">
            <a:avLst/>
          </a:prstGeom>
          <a:noFill/>
          <a:ln>
            <a:noFill/>
          </a:ln>
        </p:spPr>
        <p:txBody>
          <a:bodyPr spcFirstLastPara="1" wrap="square" lIns="91425" tIns="45700" rIns="91425" bIns="45700" anchor="ctr" anchorCtr="0">
            <a:normAutofit/>
          </a:bodyPr>
          <a:lstStyle/>
          <a:p>
            <a:pPr marL="344488" lvl="0" indent="-338328" algn="l" rtl="0">
              <a:lnSpc>
                <a:spcPct val="120000"/>
              </a:lnSpc>
              <a:spcBef>
                <a:spcPts val="0"/>
              </a:spcBef>
              <a:spcAft>
                <a:spcPts val="0"/>
              </a:spcAft>
              <a:buSzPts val="2160"/>
              <a:buChar char="▪"/>
            </a:pPr>
            <a:r>
              <a:rPr lang="en-US" sz="2400" dirty="0"/>
              <a:t>Many organizations have work groups. </a:t>
            </a:r>
            <a:endParaRPr dirty="0"/>
          </a:p>
          <a:p>
            <a:pPr marL="344488" lvl="0" indent="-338328" algn="l" rtl="0">
              <a:lnSpc>
                <a:spcPct val="120000"/>
              </a:lnSpc>
              <a:spcBef>
                <a:spcPts val="1100"/>
              </a:spcBef>
              <a:spcAft>
                <a:spcPts val="0"/>
              </a:spcAft>
              <a:buSzPts val="2160"/>
              <a:buChar char="▪"/>
            </a:pPr>
            <a:r>
              <a:rPr lang="en-US" sz="2400" dirty="0"/>
              <a:t>Some groups are also formed for recreational purposes. </a:t>
            </a:r>
            <a:endParaRPr dirty="0"/>
          </a:p>
          <a:p>
            <a:pPr marL="344488" lvl="0" indent="-338328" algn="l" rtl="0">
              <a:lnSpc>
                <a:spcPct val="120000"/>
              </a:lnSpc>
              <a:spcBef>
                <a:spcPts val="1100"/>
              </a:spcBef>
              <a:spcAft>
                <a:spcPts val="0"/>
              </a:spcAft>
              <a:buSzPts val="2160"/>
              <a:buChar char="▪"/>
            </a:pPr>
            <a:r>
              <a:rPr lang="en-US" sz="2400" dirty="0"/>
              <a:t>Conflict of ideas between members and non-members can take place. </a:t>
            </a:r>
            <a:endParaRPr dirty="0"/>
          </a:p>
          <a:p>
            <a:pPr marL="344488" lvl="0" indent="-224028" algn="l" rtl="0">
              <a:lnSpc>
                <a:spcPct val="120000"/>
              </a:lnSpc>
              <a:spcBef>
                <a:spcPts val="1100"/>
              </a:spcBef>
              <a:spcAft>
                <a:spcPts val="0"/>
              </a:spcAft>
              <a:buSzPts val="1800"/>
              <a:buNone/>
            </a:pPr>
            <a:endParaRPr dirty="0"/>
          </a:p>
        </p:txBody>
      </p:sp>
      <p:sp>
        <p:nvSpPr>
          <p:cNvPr id="324" name="Google Shape;324;p45"/>
          <p:cNvSpPr txBox="1"/>
          <p:nvPr/>
        </p:nvSpPr>
        <p:spPr>
          <a:xfrm>
            <a:off x="7410616" y="2250219"/>
            <a:ext cx="3411109" cy="3785652"/>
          </a:xfrm>
          <a:prstGeom prst="rect">
            <a:avLst/>
          </a:prstGeom>
          <a:solidFill>
            <a:schemeClr val="accent2"/>
          </a:solidFill>
          <a:ln w="15875" cap="flat" cmpd="sng">
            <a:solidFill>
              <a:srgbClr val="6589A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i="1" dirty="0">
                <a:ln w="0"/>
                <a:solidFill>
                  <a:schemeClr val="tx1"/>
                </a:solidFill>
                <a:effectLst>
                  <a:outerShdw blurRad="38100" dist="19050" dir="2700000" algn="tl" rotWithShape="0">
                    <a:schemeClr val="dk1">
                      <a:alpha val="40000"/>
                    </a:schemeClr>
                  </a:outerShdw>
                </a:effectLst>
                <a:latin typeface="Arial"/>
                <a:ea typeface="Arial"/>
                <a:cs typeface="Arial"/>
                <a:sym typeface="Arial"/>
              </a:rPr>
              <a:t>Example: You are part of the development team of a software company. You hear that the Business Development team is unhappy with your work. This might create a negative environment in the office. </a:t>
            </a:r>
            <a:endParaRPr sz="2400" i="1" dirty="0">
              <a:ln w="0"/>
              <a:solidFill>
                <a:schemeClr val="tx1"/>
              </a:solidFill>
              <a:effectLst>
                <a:outerShdw blurRad="38100" dist="19050" dir="2700000" algn="tl" rotWithShape="0">
                  <a:schemeClr val="dk1">
                    <a:alpha val="40000"/>
                  </a:schemeClr>
                </a:outerShdw>
              </a:effectLst>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6"/>
          <p:cNvSpPr txBox="1">
            <a:spLocks noGrp="1"/>
          </p:cNvSpPr>
          <p:nvPr>
            <p:ph type="title"/>
          </p:nvPr>
        </p:nvSpPr>
        <p:spPr>
          <a:xfrm>
            <a:off x="2611809" y="808056"/>
            <a:ext cx="5641646"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Use of appropriate media</a:t>
            </a:r>
            <a:br>
              <a:rPr lang="en-US"/>
            </a:br>
            <a:endParaRPr/>
          </a:p>
        </p:txBody>
      </p:sp>
      <p:sp>
        <p:nvSpPr>
          <p:cNvPr id="330" name="Google Shape;330;p46"/>
          <p:cNvSpPr txBox="1">
            <a:spLocks noGrp="1"/>
          </p:cNvSpPr>
          <p:nvPr>
            <p:ph type="body" idx="1"/>
          </p:nvPr>
        </p:nvSpPr>
        <p:spPr>
          <a:xfrm>
            <a:off x="1463041" y="2194560"/>
            <a:ext cx="6854024" cy="3855384"/>
          </a:xfrm>
          <a:prstGeom prst="rect">
            <a:avLst/>
          </a:prstGeom>
          <a:noFill/>
          <a:ln>
            <a:noFill/>
          </a:ln>
        </p:spPr>
        <p:txBody>
          <a:bodyPr spcFirstLastPara="1" wrap="square" lIns="91425" tIns="45700" rIns="91425" bIns="45700" anchor="ctr" anchorCtr="0">
            <a:normAutofit/>
          </a:bodyPr>
          <a:lstStyle/>
          <a:p>
            <a:pPr marL="6160" lvl="0" indent="0" algn="l" rtl="0">
              <a:lnSpc>
                <a:spcPct val="120000"/>
              </a:lnSpc>
              <a:spcBef>
                <a:spcPts val="0"/>
              </a:spcBef>
              <a:spcAft>
                <a:spcPts val="0"/>
              </a:spcAft>
              <a:buSzPts val="2160"/>
              <a:buNone/>
            </a:pPr>
            <a:r>
              <a:rPr lang="en-US" sz="2400"/>
              <a:t>While deciding the medium of communication, keep the following factors in mind. </a:t>
            </a:r>
            <a:endParaRPr/>
          </a:p>
          <a:p>
            <a:pPr marL="6160" lvl="0" indent="0" algn="l" rtl="0">
              <a:lnSpc>
                <a:spcPct val="120000"/>
              </a:lnSpc>
              <a:spcBef>
                <a:spcPts val="1100"/>
              </a:spcBef>
              <a:spcAft>
                <a:spcPts val="0"/>
              </a:spcAft>
              <a:buSzPts val="2160"/>
              <a:buNone/>
            </a:pPr>
            <a:r>
              <a:rPr lang="en-US" sz="2400"/>
              <a:t>1. Time</a:t>
            </a:r>
            <a:endParaRPr/>
          </a:p>
          <a:p>
            <a:pPr marL="6160" lvl="0" indent="0" algn="l" rtl="0">
              <a:lnSpc>
                <a:spcPct val="120000"/>
              </a:lnSpc>
              <a:spcBef>
                <a:spcPts val="1100"/>
              </a:spcBef>
              <a:spcAft>
                <a:spcPts val="0"/>
              </a:spcAft>
              <a:buSzPts val="2160"/>
              <a:buNone/>
            </a:pPr>
            <a:r>
              <a:rPr lang="en-US" sz="2400"/>
              <a:t>2. Cost</a:t>
            </a:r>
            <a:endParaRPr/>
          </a:p>
          <a:p>
            <a:pPr marL="6160" lvl="0" indent="0" algn="l" rtl="0">
              <a:lnSpc>
                <a:spcPct val="120000"/>
              </a:lnSpc>
              <a:spcBef>
                <a:spcPts val="1100"/>
              </a:spcBef>
              <a:spcAft>
                <a:spcPts val="0"/>
              </a:spcAft>
              <a:buSzPts val="2160"/>
              <a:buNone/>
            </a:pPr>
            <a:r>
              <a:rPr lang="en-US" sz="2400"/>
              <a:t>3. Type of message</a:t>
            </a:r>
            <a:endParaRPr/>
          </a:p>
          <a:p>
            <a:pPr marL="6160" lvl="0" indent="0" algn="l" rtl="0">
              <a:lnSpc>
                <a:spcPct val="120000"/>
              </a:lnSpc>
              <a:spcBef>
                <a:spcPts val="1100"/>
              </a:spcBef>
              <a:spcAft>
                <a:spcPts val="0"/>
              </a:spcAft>
              <a:buSzPts val="2160"/>
              <a:buNone/>
            </a:pPr>
            <a:r>
              <a:rPr lang="en-US" sz="2400"/>
              <a:t>4. Intended audience</a:t>
            </a:r>
            <a:endParaRPr sz="2400"/>
          </a:p>
        </p:txBody>
      </p:sp>
      <p:pic>
        <p:nvPicPr>
          <p:cNvPr id="331" name="Google Shape;331;p46"/>
          <p:cNvPicPr preferRelativeResize="0"/>
          <p:nvPr/>
        </p:nvPicPr>
        <p:blipFill rotWithShape="1">
          <a:blip r:embed="rId3">
            <a:alphaModFix/>
          </a:blip>
          <a:srcRect/>
          <a:stretch/>
        </p:blipFill>
        <p:spPr>
          <a:xfrm>
            <a:off x="8367877" y="1729314"/>
            <a:ext cx="2202262" cy="1101131"/>
          </a:xfrm>
          <a:prstGeom prst="rect">
            <a:avLst/>
          </a:prstGeom>
          <a:noFill/>
          <a:ln>
            <a:noFill/>
          </a:ln>
        </p:spPr>
      </p:pic>
      <p:pic>
        <p:nvPicPr>
          <p:cNvPr id="332" name="Google Shape;332;p46"/>
          <p:cNvPicPr preferRelativeResize="0"/>
          <p:nvPr/>
        </p:nvPicPr>
        <p:blipFill rotWithShape="1">
          <a:blip r:embed="rId4">
            <a:alphaModFix/>
          </a:blip>
          <a:srcRect/>
          <a:stretch/>
        </p:blipFill>
        <p:spPr>
          <a:xfrm>
            <a:off x="8367877" y="3020451"/>
            <a:ext cx="2466975" cy="1847850"/>
          </a:xfrm>
          <a:prstGeom prst="rect">
            <a:avLst/>
          </a:prstGeom>
          <a:noFill/>
          <a:ln>
            <a:noFill/>
          </a:ln>
        </p:spPr>
      </p:pic>
      <p:pic>
        <p:nvPicPr>
          <p:cNvPr id="333" name="Google Shape;333;p46"/>
          <p:cNvPicPr preferRelativeResize="0"/>
          <p:nvPr/>
        </p:nvPicPr>
        <p:blipFill rotWithShape="1">
          <a:blip r:embed="rId5">
            <a:alphaModFix/>
          </a:blip>
          <a:srcRect/>
          <a:stretch/>
        </p:blipFill>
        <p:spPr>
          <a:xfrm>
            <a:off x="8594819" y="5058307"/>
            <a:ext cx="1975320" cy="131448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7"/>
          <p:cNvSpPr txBox="1">
            <a:spLocks noGrp="1"/>
          </p:cNvSpPr>
          <p:nvPr>
            <p:ph type="title"/>
          </p:nvPr>
        </p:nvSpPr>
        <p:spPr>
          <a:xfrm>
            <a:off x="2611808" y="808056"/>
            <a:ext cx="4512561" cy="1077229"/>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Information overload</a:t>
            </a:r>
            <a:endParaRPr/>
          </a:p>
        </p:txBody>
      </p:sp>
      <p:pic>
        <p:nvPicPr>
          <p:cNvPr id="339" name="Google Shape;339;p47"/>
          <p:cNvPicPr preferRelativeResize="0">
            <a:picLocks noGrp="1"/>
          </p:cNvPicPr>
          <p:nvPr>
            <p:ph type="body" idx="1"/>
          </p:nvPr>
        </p:nvPicPr>
        <p:blipFill rotWithShape="1">
          <a:blip r:embed="rId3">
            <a:alphaModFix/>
          </a:blip>
          <a:srcRect/>
          <a:stretch/>
        </p:blipFill>
        <p:spPr>
          <a:xfrm>
            <a:off x="1839686" y="2181119"/>
            <a:ext cx="4158721" cy="328748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40" name="Google Shape;340;p47"/>
          <p:cNvSpPr txBox="1"/>
          <p:nvPr/>
        </p:nvSpPr>
        <p:spPr>
          <a:xfrm>
            <a:off x="6663193" y="2289976"/>
            <a:ext cx="3776870" cy="347787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2000"/>
              <a:buFont typeface="Noto Sans Symbols"/>
              <a:buChar char="▪"/>
            </a:pPr>
            <a:r>
              <a:rPr lang="en-US" sz="2000">
                <a:solidFill>
                  <a:schemeClr val="lt1"/>
                </a:solidFill>
                <a:latin typeface="Arial"/>
                <a:ea typeface="Arial"/>
                <a:cs typeface="Arial"/>
                <a:sym typeface="Arial"/>
              </a:rPr>
              <a:t>Organizations handle a lot of data and they expect the human receiver to handle it effectively. </a:t>
            </a:r>
            <a:endParaRPr/>
          </a:p>
          <a:p>
            <a:pPr marL="285750" marR="0" lvl="0" indent="-158750" algn="l" rtl="0">
              <a:spcBef>
                <a:spcPts val="0"/>
              </a:spcBef>
              <a:spcAft>
                <a:spcPts val="0"/>
              </a:spcAft>
              <a:buClr>
                <a:schemeClr val="lt1"/>
              </a:buClr>
              <a:buSzPts val="2000"/>
              <a:buFont typeface="Noto Sans Symbols"/>
              <a:buNone/>
            </a:pPr>
            <a:endParaRPr sz="2000">
              <a:solidFill>
                <a:schemeClr val="lt1"/>
              </a:solidFill>
              <a:latin typeface="Arial"/>
              <a:ea typeface="Arial"/>
              <a:cs typeface="Arial"/>
              <a:sym typeface="Arial"/>
            </a:endParaRPr>
          </a:p>
          <a:p>
            <a:pPr marL="285750" marR="0" lvl="0" indent="-285750" algn="l" rtl="0">
              <a:spcBef>
                <a:spcPts val="0"/>
              </a:spcBef>
              <a:spcAft>
                <a:spcPts val="0"/>
              </a:spcAft>
              <a:buClr>
                <a:schemeClr val="lt1"/>
              </a:buClr>
              <a:buSzPts val="2000"/>
              <a:buFont typeface="Noto Sans Symbols"/>
              <a:buChar char="▪"/>
            </a:pPr>
            <a:r>
              <a:rPr lang="en-US" sz="2000">
                <a:solidFill>
                  <a:schemeClr val="lt1"/>
                </a:solidFill>
                <a:latin typeface="Arial"/>
                <a:ea typeface="Arial"/>
                <a:cs typeface="Arial"/>
                <a:sym typeface="Arial"/>
              </a:rPr>
              <a:t>This leads to disinterest, fatigue,and boredom. </a:t>
            </a:r>
            <a:endParaRPr/>
          </a:p>
          <a:p>
            <a:pPr marL="285750" marR="0" lvl="0" indent="-158750" algn="l" rtl="0">
              <a:spcBef>
                <a:spcPts val="0"/>
              </a:spcBef>
              <a:spcAft>
                <a:spcPts val="0"/>
              </a:spcAft>
              <a:buClr>
                <a:schemeClr val="lt1"/>
              </a:buClr>
              <a:buSzPts val="2000"/>
              <a:buFont typeface="Noto Sans Symbols"/>
              <a:buNone/>
            </a:pPr>
            <a:endParaRPr sz="2000">
              <a:solidFill>
                <a:schemeClr val="lt1"/>
              </a:solidFill>
              <a:latin typeface="Arial"/>
              <a:ea typeface="Arial"/>
              <a:cs typeface="Arial"/>
              <a:sym typeface="Arial"/>
            </a:endParaRPr>
          </a:p>
          <a:p>
            <a:pPr marL="285750" marR="0" lvl="0" indent="-285750" algn="l" rtl="0">
              <a:spcBef>
                <a:spcPts val="0"/>
              </a:spcBef>
              <a:spcAft>
                <a:spcPts val="0"/>
              </a:spcAft>
              <a:buClr>
                <a:schemeClr val="lt1"/>
              </a:buClr>
              <a:buSzPts val="2000"/>
              <a:buFont typeface="Noto Sans Symbols"/>
              <a:buChar char="▪"/>
            </a:pPr>
            <a:r>
              <a:rPr lang="en-US" sz="2000">
                <a:solidFill>
                  <a:schemeClr val="lt1"/>
                </a:solidFill>
                <a:latin typeface="Arial"/>
                <a:ea typeface="Arial"/>
                <a:cs typeface="Arial"/>
                <a:sym typeface="Arial"/>
              </a:rPr>
              <a:t>The quality of the information is more important than the quantity.</a:t>
            </a:r>
            <a:endParaRPr sz="2000">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8"/>
          <p:cNvSpPr txBox="1">
            <a:spLocks noGrp="1"/>
          </p:cNvSpPr>
          <p:nvPr>
            <p:ph type="title"/>
          </p:nvPr>
        </p:nvSpPr>
        <p:spPr>
          <a:xfrm>
            <a:off x="1868558" y="858741"/>
            <a:ext cx="8701582" cy="1026544"/>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3400"/>
              <a:buFont typeface="Arial"/>
              <a:buNone/>
            </a:pPr>
            <a:r>
              <a:rPr lang="en-US"/>
              <a:t>What is the full form of the following words?</a:t>
            </a:r>
            <a:endParaRPr/>
          </a:p>
        </p:txBody>
      </p:sp>
      <p:sp>
        <p:nvSpPr>
          <p:cNvPr id="346" name="Google Shape;346;p48"/>
          <p:cNvSpPr txBox="1">
            <a:spLocks noGrp="1"/>
          </p:cNvSpPr>
          <p:nvPr>
            <p:ph type="body" idx="1"/>
          </p:nvPr>
        </p:nvSpPr>
        <p:spPr>
          <a:xfrm>
            <a:off x="2773599" y="2052116"/>
            <a:ext cx="7796540" cy="3997828"/>
          </a:xfrm>
          <a:prstGeom prst="rect">
            <a:avLst/>
          </a:prstGeom>
          <a:noFill/>
          <a:ln>
            <a:noFill/>
          </a:ln>
        </p:spPr>
        <p:txBody>
          <a:bodyPr spcFirstLastPara="1" wrap="square" lIns="91425" tIns="45700" rIns="91425" bIns="45700" anchor="ctr" anchorCtr="0">
            <a:normAutofit/>
          </a:bodyPr>
          <a:lstStyle/>
          <a:p>
            <a:pPr marL="6160" lvl="0" indent="0" algn="l" rtl="0">
              <a:lnSpc>
                <a:spcPct val="120000"/>
              </a:lnSpc>
              <a:spcBef>
                <a:spcPts val="0"/>
              </a:spcBef>
              <a:spcAft>
                <a:spcPts val="0"/>
              </a:spcAft>
              <a:buSzPts val="1800"/>
              <a:buNone/>
            </a:pPr>
            <a:r>
              <a:rPr lang="en-US"/>
              <a:t>PDF:</a:t>
            </a:r>
            <a:endParaRPr/>
          </a:p>
          <a:p>
            <a:pPr marL="344488" lvl="0" indent="-338328" algn="l" rtl="0">
              <a:lnSpc>
                <a:spcPct val="120000"/>
              </a:lnSpc>
              <a:spcBef>
                <a:spcPts val="1100"/>
              </a:spcBef>
              <a:spcAft>
                <a:spcPts val="0"/>
              </a:spcAft>
              <a:buSzPts val="1800"/>
              <a:buFont typeface="Noto Sans Symbols"/>
              <a:buChar char="⮚"/>
            </a:pPr>
            <a:r>
              <a:rPr lang="en-US"/>
              <a:t>Portable Document Format</a:t>
            </a:r>
            <a:endParaRPr/>
          </a:p>
          <a:p>
            <a:pPr marL="6160" lvl="0" indent="0" algn="l" rtl="0">
              <a:lnSpc>
                <a:spcPct val="120000"/>
              </a:lnSpc>
              <a:spcBef>
                <a:spcPts val="1100"/>
              </a:spcBef>
              <a:spcAft>
                <a:spcPts val="0"/>
              </a:spcAft>
              <a:buSzPts val="1800"/>
              <a:buNone/>
            </a:pPr>
            <a:r>
              <a:rPr lang="en-US"/>
              <a:t>PNG:  </a:t>
            </a:r>
            <a:endParaRPr/>
          </a:p>
          <a:p>
            <a:pPr marL="344488" lvl="0" indent="-338328" algn="l" rtl="0">
              <a:lnSpc>
                <a:spcPct val="120000"/>
              </a:lnSpc>
              <a:spcBef>
                <a:spcPts val="1100"/>
              </a:spcBef>
              <a:spcAft>
                <a:spcPts val="0"/>
              </a:spcAft>
              <a:buSzPts val="1800"/>
              <a:buFont typeface="Noto Sans Symbols"/>
              <a:buChar char="⮚"/>
            </a:pPr>
            <a:r>
              <a:rPr lang="en-US"/>
              <a:t>Portable Network Graphics</a:t>
            </a:r>
            <a:endParaRPr/>
          </a:p>
          <a:p>
            <a:pPr marL="6160" lvl="0" indent="0" algn="l" rtl="0">
              <a:lnSpc>
                <a:spcPct val="120000"/>
              </a:lnSpc>
              <a:spcBef>
                <a:spcPts val="1100"/>
              </a:spcBef>
              <a:spcAft>
                <a:spcPts val="0"/>
              </a:spcAft>
              <a:buSzPts val="1800"/>
              <a:buNone/>
            </a:pPr>
            <a:r>
              <a:rPr lang="en-US"/>
              <a:t>SD CARD:  </a:t>
            </a:r>
            <a:endParaRPr/>
          </a:p>
          <a:p>
            <a:pPr marL="344488" lvl="0" indent="-338328" algn="l" rtl="0">
              <a:lnSpc>
                <a:spcPct val="120000"/>
              </a:lnSpc>
              <a:spcBef>
                <a:spcPts val="1100"/>
              </a:spcBef>
              <a:spcAft>
                <a:spcPts val="0"/>
              </a:spcAft>
              <a:buSzPts val="1800"/>
              <a:buFont typeface="Noto Sans Symbols"/>
              <a:buChar char="⮚"/>
            </a:pPr>
            <a:r>
              <a:rPr lang="en-US"/>
              <a:t>Secure digital card</a:t>
            </a:r>
            <a:endParaRPr/>
          </a:p>
          <a:p>
            <a:pPr marL="6160" lvl="0" indent="0" algn="l" rtl="0">
              <a:lnSpc>
                <a:spcPct val="120000"/>
              </a:lnSpc>
              <a:spcBef>
                <a:spcPts val="1100"/>
              </a:spcBef>
              <a:spcAft>
                <a:spcPts val="0"/>
              </a:spcAft>
              <a:buSzPts val="1800"/>
              <a:buNone/>
            </a:pPr>
            <a:r>
              <a:rPr lang="en-US"/>
              <a:t>URL:</a:t>
            </a:r>
            <a:endParaRPr/>
          </a:p>
          <a:p>
            <a:pPr marL="344488" lvl="0" indent="-338328" algn="l" rtl="0">
              <a:lnSpc>
                <a:spcPct val="120000"/>
              </a:lnSpc>
              <a:spcBef>
                <a:spcPts val="1100"/>
              </a:spcBef>
              <a:spcAft>
                <a:spcPts val="0"/>
              </a:spcAft>
              <a:buSzPts val="1800"/>
              <a:buFont typeface="Noto Sans Symbols"/>
              <a:buChar char="⮚"/>
            </a:pPr>
            <a:r>
              <a:rPr lang="en-US"/>
              <a:t> Uniform Resource locator</a:t>
            </a:r>
            <a:endParaRPr/>
          </a:p>
          <a:p>
            <a:pPr marL="344488" lvl="0" indent="-224028" algn="l" rtl="0">
              <a:lnSpc>
                <a:spcPct val="120000"/>
              </a:lnSpc>
              <a:spcBef>
                <a:spcPts val="1100"/>
              </a:spcBef>
              <a:spcAft>
                <a:spcPts val="0"/>
              </a:spcAft>
              <a:buSzPts val="180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6">
                                            <p:txEl>
                                              <p:pRg st="0" end="0"/>
                                            </p:txEl>
                                          </p:spTgt>
                                        </p:tgtEl>
                                        <p:attrNameLst>
                                          <p:attrName>style.visibility</p:attrName>
                                        </p:attrNameLst>
                                      </p:cBhvr>
                                      <p:to>
                                        <p:strVal val="visible"/>
                                      </p:to>
                                    </p:set>
                                    <p:anim calcmode="lin" valueType="num">
                                      <p:cBhvr additive="base">
                                        <p:cTn id="7" dur="500"/>
                                        <p:tgtEl>
                                          <p:spTgt spid="34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46">
                                            <p:txEl>
                                              <p:pRg st="1" end="1"/>
                                            </p:txEl>
                                          </p:spTgt>
                                        </p:tgtEl>
                                        <p:attrNameLst>
                                          <p:attrName>style.visibility</p:attrName>
                                        </p:attrNameLst>
                                      </p:cBhvr>
                                      <p:to>
                                        <p:strVal val="visible"/>
                                      </p:to>
                                    </p:set>
                                    <p:anim calcmode="lin" valueType="num">
                                      <p:cBhvr additive="base">
                                        <p:cTn id="12" dur="500"/>
                                        <p:tgtEl>
                                          <p:spTgt spid="34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46">
                                            <p:txEl>
                                              <p:pRg st="2" end="2"/>
                                            </p:txEl>
                                          </p:spTgt>
                                        </p:tgtEl>
                                        <p:attrNameLst>
                                          <p:attrName>style.visibility</p:attrName>
                                        </p:attrNameLst>
                                      </p:cBhvr>
                                      <p:to>
                                        <p:strVal val="visible"/>
                                      </p:to>
                                    </p:set>
                                    <p:anim calcmode="lin" valueType="num">
                                      <p:cBhvr additive="base">
                                        <p:cTn id="17" dur="500"/>
                                        <p:tgtEl>
                                          <p:spTgt spid="34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46">
                                            <p:txEl>
                                              <p:pRg st="3" end="3"/>
                                            </p:txEl>
                                          </p:spTgt>
                                        </p:tgtEl>
                                        <p:attrNameLst>
                                          <p:attrName>style.visibility</p:attrName>
                                        </p:attrNameLst>
                                      </p:cBhvr>
                                      <p:to>
                                        <p:strVal val="visible"/>
                                      </p:to>
                                    </p:set>
                                    <p:anim calcmode="lin" valueType="num">
                                      <p:cBhvr additive="base">
                                        <p:cTn id="22" dur="500"/>
                                        <p:tgtEl>
                                          <p:spTgt spid="34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46">
                                            <p:txEl>
                                              <p:pRg st="4" end="4"/>
                                            </p:txEl>
                                          </p:spTgt>
                                        </p:tgtEl>
                                        <p:attrNameLst>
                                          <p:attrName>style.visibility</p:attrName>
                                        </p:attrNameLst>
                                      </p:cBhvr>
                                      <p:to>
                                        <p:strVal val="visible"/>
                                      </p:to>
                                    </p:set>
                                    <p:anim calcmode="lin" valueType="num">
                                      <p:cBhvr additive="base">
                                        <p:cTn id="27" dur="500"/>
                                        <p:tgtEl>
                                          <p:spTgt spid="34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46">
                                            <p:txEl>
                                              <p:pRg st="5" end="5"/>
                                            </p:txEl>
                                          </p:spTgt>
                                        </p:tgtEl>
                                        <p:attrNameLst>
                                          <p:attrName>style.visibility</p:attrName>
                                        </p:attrNameLst>
                                      </p:cBhvr>
                                      <p:to>
                                        <p:strVal val="visible"/>
                                      </p:to>
                                    </p:set>
                                    <p:anim calcmode="lin" valueType="num">
                                      <p:cBhvr additive="base">
                                        <p:cTn id="32" dur="500"/>
                                        <p:tgtEl>
                                          <p:spTgt spid="34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46">
                                            <p:txEl>
                                              <p:pRg st="6" end="6"/>
                                            </p:txEl>
                                          </p:spTgt>
                                        </p:tgtEl>
                                        <p:attrNameLst>
                                          <p:attrName>style.visibility</p:attrName>
                                        </p:attrNameLst>
                                      </p:cBhvr>
                                      <p:to>
                                        <p:strVal val="visible"/>
                                      </p:to>
                                    </p:set>
                                    <p:anim calcmode="lin" valueType="num">
                                      <p:cBhvr additive="base">
                                        <p:cTn id="37" dur="500"/>
                                        <p:tgtEl>
                                          <p:spTgt spid="34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46">
                                            <p:txEl>
                                              <p:pRg st="7" end="7"/>
                                            </p:txEl>
                                          </p:spTgt>
                                        </p:tgtEl>
                                        <p:attrNameLst>
                                          <p:attrName>style.visibility</p:attrName>
                                        </p:attrNameLst>
                                      </p:cBhvr>
                                      <p:to>
                                        <p:strVal val="visible"/>
                                      </p:to>
                                    </p:set>
                                    <p:anim calcmode="lin" valueType="num">
                                      <p:cBhvr additive="base">
                                        <p:cTn id="42" dur="500"/>
                                        <p:tgtEl>
                                          <p:spTgt spid="34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46">
                                            <p:txEl>
                                              <p:pRg st="8" end="8"/>
                                            </p:txEl>
                                          </p:spTgt>
                                        </p:tgtEl>
                                        <p:attrNameLst>
                                          <p:attrName>style.visibility</p:attrName>
                                        </p:attrNameLst>
                                      </p:cBhvr>
                                      <p:to>
                                        <p:strVal val="visible"/>
                                      </p:to>
                                    </p:set>
                                    <p:anim calcmode="lin" valueType="num">
                                      <p:cBhvr additive="base">
                                        <p:cTn id="47" dur="500"/>
                                        <p:tgtEl>
                                          <p:spTgt spid="34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DE451-9BF3-210D-4ED2-E81B4FD39DD7}"/>
              </a:ext>
            </a:extLst>
          </p:cNvPr>
          <p:cNvSpPr>
            <a:spLocks noGrp="1"/>
          </p:cNvSpPr>
          <p:nvPr>
            <p:ph type="title"/>
          </p:nvPr>
        </p:nvSpPr>
        <p:spPr/>
        <p:txBody>
          <a:bodyPr/>
          <a:lstStyle/>
          <a:p>
            <a:r>
              <a:rPr lang="en-US" dirty="0"/>
              <a:t>Explain in your own words</a:t>
            </a:r>
            <a:endParaRPr lang="en-IN" dirty="0"/>
          </a:p>
        </p:txBody>
      </p:sp>
      <p:pic>
        <p:nvPicPr>
          <p:cNvPr id="4" name="Picture 3">
            <a:extLst>
              <a:ext uri="{FF2B5EF4-FFF2-40B4-BE49-F238E27FC236}">
                <a16:creationId xmlns:a16="http://schemas.microsoft.com/office/drawing/2014/main" id="{7ADE42A7-D434-3DA3-9C8C-E4847C650B05}"/>
              </a:ext>
            </a:extLst>
          </p:cNvPr>
          <p:cNvPicPr>
            <a:picLocks noChangeAspect="1"/>
          </p:cNvPicPr>
          <p:nvPr/>
        </p:nvPicPr>
        <p:blipFill>
          <a:blip r:embed="rId2"/>
          <a:stretch>
            <a:fillRect/>
          </a:stretch>
        </p:blipFill>
        <p:spPr>
          <a:xfrm>
            <a:off x="2763706" y="2255400"/>
            <a:ext cx="7262037" cy="3665932"/>
          </a:xfrm>
          <a:prstGeom prst="rect">
            <a:avLst/>
          </a:prstGeom>
        </p:spPr>
      </p:pic>
    </p:spTree>
    <p:extLst>
      <p:ext uri="{BB962C8B-B14F-4D97-AF65-F5344CB8AC3E}">
        <p14:creationId xmlns:p14="http://schemas.microsoft.com/office/powerpoint/2010/main" val="29086224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A5E9-8E15-48EF-02BF-19DAE8826E4E}"/>
              </a:ext>
            </a:extLst>
          </p:cNvPr>
          <p:cNvSpPr>
            <a:spLocks noGrp="1"/>
          </p:cNvSpPr>
          <p:nvPr>
            <p:ph type="title"/>
          </p:nvPr>
        </p:nvSpPr>
        <p:spPr/>
        <p:txBody>
          <a:bodyPr/>
          <a:lstStyle/>
          <a:p>
            <a:r>
              <a:rPr lang="en-US" dirty="0"/>
              <a:t>Explain the software </a:t>
            </a:r>
            <a:r>
              <a:rPr lang="en-US"/>
              <a:t>design process.</a:t>
            </a:r>
            <a:endParaRPr lang="en-IN"/>
          </a:p>
        </p:txBody>
      </p:sp>
      <p:pic>
        <p:nvPicPr>
          <p:cNvPr id="4" name="Picture 3">
            <a:extLst>
              <a:ext uri="{FF2B5EF4-FFF2-40B4-BE49-F238E27FC236}">
                <a16:creationId xmlns:a16="http://schemas.microsoft.com/office/drawing/2014/main" id="{909036A5-33E3-EDA1-D1B4-EB48B2BDEE10}"/>
              </a:ext>
            </a:extLst>
          </p:cNvPr>
          <p:cNvPicPr>
            <a:picLocks noChangeAspect="1"/>
          </p:cNvPicPr>
          <p:nvPr/>
        </p:nvPicPr>
        <p:blipFill>
          <a:blip r:embed="rId2"/>
          <a:stretch>
            <a:fillRect/>
          </a:stretch>
        </p:blipFill>
        <p:spPr>
          <a:xfrm>
            <a:off x="2307771" y="2100943"/>
            <a:ext cx="7185931" cy="4461782"/>
          </a:xfrm>
          <a:prstGeom prst="rect">
            <a:avLst/>
          </a:prstGeom>
        </p:spPr>
      </p:pic>
    </p:spTree>
    <p:extLst>
      <p:ext uri="{BB962C8B-B14F-4D97-AF65-F5344CB8AC3E}">
        <p14:creationId xmlns:p14="http://schemas.microsoft.com/office/powerpoint/2010/main" val="128965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Identify grammatical errors</a:t>
            </a:r>
            <a:endParaRPr lang="en-IN" dirty="0"/>
          </a:p>
        </p:txBody>
      </p:sp>
      <p:sp>
        <p:nvSpPr>
          <p:cNvPr id="4" name="Rectangle 1"/>
          <p:cNvSpPr>
            <a:spLocks noGrp="1" noChangeArrowheads="1"/>
          </p:cNvSpPr>
          <p:nvPr>
            <p:ph type="body" idx="1"/>
          </p:nvPr>
        </p:nvSpPr>
        <p:spPr bwMode="auto">
          <a:xfrm>
            <a:off x="1828801" y="2244570"/>
            <a:ext cx="874133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bg1"/>
                </a:solidFill>
                <a:effectLst/>
                <a:latin typeface="Arial" panose="020B0604020202020204" pitchFamily="34" charset="0"/>
              </a:rPr>
              <a:t>Due to improvement in technology, LSI circuits is now very dense. One chip can has thousands of transistors. Chips like microprocessors contains many subsystem. They are no longer just circuits, they are systems. Circuit density are increase every year. How long can this continue? How small can transistor becomes? From physics, we know the transistor size can be reduce to less than one tenth of now. After that, they not work properly.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bg1"/>
                </a:solidFill>
                <a:effectLst/>
                <a:latin typeface="Arial" panose="020B0604020202020204" pitchFamily="34" charset="0"/>
              </a:rPr>
              <a:t>Many company are working on new methods. These help to make chips with more and more components. Transistors may become smaller than light wave.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bg1"/>
                </a:solidFill>
                <a:effectLst/>
                <a:latin typeface="Arial" panose="020B0604020202020204" pitchFamily="34" charset="0"/>
              </a:rPr>
              <a:t>This new technology give challenge to engineers and computer scientists. System design, hardware and software both will changes. So this will be important for computer </a:t>
            </a:r>
            <a:r>
              <a:rPr kumimoji="0" lang="en-US" altLang="en-US" sz="1800" b="0" i="0" u="none" strike="noStrike" cap="none" normalizeH="0" baseline="0" dirty="0" err="1" smtClean="0">
                <a:ln>
                  <a:noFill/>
                </a:ln>
                <a:solidFill>
                  <a:schemeClr val="bg1"/>
                </a:solidFill>
                <a:effectLst/>
                <a:latin typeface="Arial" panose="020B0604020202020204" pitchFamily="34" charset="0"/>
              </a:rPr>
              <a:t>science.Earlier</a:t>
            </a:r>
            <a:r>
              <a:rPr kumimoji="0" lang="en-US" altLang="en-US" sz="1800" b="0" i="0" u="none" strike="noStrike" cap="none" normalizeH="0" baseline="0" dirty="0" smtClean="0">
                <a:ln>
                  <a:noFill/>
                </a:ln>
                <a:solidFill>
                  <a:schemeClr val="bg1"/>
                </a:solidFill>
                <a:effectLst/>
                <a:latin typeface="Arial" panose="020B0604020202020204" pitchFamily="34" charset="0"/>
              </a:rPr>
              <a:t>, chip designing done by engineers in chip companies. Computer architect did not design chips. In college, EE and CS student study different topics.</a:t>
            </a:r>
          </a:p>
        </p:txBody>
      </p:sp>
    </p:spTree>
    <p:extLst>
      <p:ext uri="{BB962C8B-B14F-4D97-AF65-F5344CB8AC3E}">
        <p14:creationId xmlns:p14="http://schemas.microsoft.com/office/powerpoint/2010/main" val="28494684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Corrected paragraph</a:t>
            </a:r>
            <a:endParaRPr lang="en-IN" dirty="0"/>
          </a:p>
        </p:txBody>
      </p:sp>
      <p:sp>
        <p:nvSpPr>
          <p:cNvPr id="3" name="Text Placeholder 2"/>
          <p:cNvSpPr>
            <a:spLocks noGrp="1"/>
          </p:cNvSpPr>
          <p:nvPr>
            <p:ph type="body" idx="1"/>
          </p:nvPr>
        </p:nvSpPr>
        <p:spPr/>
        <p:txBody>
          <a:bodyPr>
            <a:normAutofit fontScale="70000" lnSpcReduction="20000"/>
          </a:bodyPr>
          <a:lstStyle/>
          <a:p>
            <a:r>
              <a:rPr lang="en-US" dirty="0"/>
              <a:t>Due to </a:t>
            </a:r>
            <a:r>
              <a:rPr lang="en-US" b="1" u="sng" dirty="0"/>
              <a:t>improvements</a:t>
            </a:r>
            <a:r>
              <a:rPr lang="en-US" dirty="0"/>
              <a:t> in technology, LSI circuits </a:t>
            </a:r>
            <a:r>
              <a:rPr lang="en-US" b="1" dirty="0"/>
              <a:t>are</a:t>
            </a:r>
            <a:r>
              <a:rPr lang="en-US" dirty="0"/>
              <a:t> now very dense. One chip can </a:t>
            </a:r>
            <a:r>
              <a:rPr lang="en-US" b="1" u="sng" dirty="0"/>
              <a:t>have</a:t>
            </a:r>
            <a:r>
              <a:rPr lang="en-US" dirty="0"/>
              <a:t> thousands of transistors. Chips like microprocessors </a:t>
            </a:r>
            <a:r>
              <a:rPr lang="en-US" b="1" dirty="0"/>
              <a:t>contain</a:t>
            </a:r>
            <a:r>
              <a:rPr lang="en-US" dirty="0"/>
              <a:t> many </a:t>
            </a:r>
            <a:r>
              <a:rPr lang="en-US" b="1" u="sng" dirty="0"/>
              <a:t>subsystems</a:t>
            </a:r>
            <a:r>
              <a:rPr lang="en-US" dirty="0"/>
              <a:t>. They are no longer just circuits, they are systems.</a:t>
            </a:r>
          </a:p>
          <a:p>
            <a:r>
              <a:rPr lang="en-US" dirty="0"/>
              <a:t>Circuit density </a:t>
            </a:r>
            <a:r>
              <a:rPr lang="en-US" b="1" u="sng" dirty="0"/>
              <a:t>increases</a:t>
            </a:r>
            <a:r>
              <a:rPr lang="en-US" dirty="0"/>
              <a:t> every year. How long can this continue? How small can </a:t>
            </a:r>
            <a:r>
              <a:rPr lang="en-US" b="1" u="sng" dirty="0"/>
              <a:t>transistors become</a:t>
            </a:r>
            <a:r>
              <a:rPr lang="en-US" dirty="0"/>
              <a:t>? From physics, we know the transistor size can be </a:t>
            </a:r>
            <a:r>
              <a:rPr lang="en-US" b="1" dirty="0"/>
              <a:t>reduced</a:t>
            </a:r>
            <a:r>
              <a:rPr lang="en-US" dirty="0"/>
              <a:t> to less than one tenth of </a:t>
            </a:r>
            <a:r>
              <a:rPr lang="en-US" b="1" u="sng" dirty="0"/>
              <a:t>what it is now</a:t>
            </a:r>
            <a:r>
              <a:rPr lang="en-US" dirty="0"/>
              <a:t>. After that, they </a:t>
            </a:r>
            <a:r>
              <a:rPr lang="en-US" b="1" dirty="0"/>
              <a:t>do not</a:t>
            </a:r>
            <a:r>
              <a:rPr lang="en-US" dirty="0"/>
              <a:t> work properly.</a:t>
            </a:r>
          </a:p>
          <a:p>
            <a:r>
              <a:rPr lang="en-US" dirty="0"/>
              <a:t>Many </a:t>
            </a:r>
            <a:r>
              <a:rPr lang="en-US" b="1" u="sng" dirty="0"/>
              <a:t>companies</a:t>
            </a:r>
            <a:r>
              <a:rPr lang="en-US" u="sng" dirty="0"/>
              <a:t> </a:t>
            </a:r>
            <a:r>
              <a:rPr lang="en-US" dirty="0"/>
              <a:t>are working on new methods. These help to make chips with more and more components. Transistors may become smaller than </a:t>
            </a:r>
            <a:r>
              <a:rPr lang="en-US" b="1" u="sng" dirty="0"/>
              <a:t>the wavelength of light</a:t>
            </a:r>
            <a:r>
              <a:rPr lang="en-US" dirty="0"/>
              <a:t>.</a:t>
            </a:r>
          </a:p>
          <a:p>
            <a:r>
              <a:rPr lang="en-US" dirty="0"/>
              <a:t>This new technology </a:t>
            </a:r>
            <a:r>
              <a:rPr lang="en-US" b="1" u="sng" dirty="0"/>
              <a:t>gives</a:t>
            </a:r>
            <a:r>
              <a:rPr lang="en-US" u="sng" dirty="0"/>
              <a:t> </a:t>
            </a:r>
            <a:r>
              <a:rPr lang="en-US" b="1" u="sng" dirty="0"/>
              <a:t>a</a:t>
            </a:r>
            <a:r>
              <a:rPr lang="en-US" u="sng" dirty="0"/>
              <a:t> </a:t>
            </a:r>
            <a:r>
              <a:rPr lang="en-US" dirty="0"/>
              <a:t>challenge to engineers and computer scientists. System design, hardware and software both will </a:t>
            </a:r>
            <a:r>
              <a:rPr lang="en-US" b="1" u="sng" dirty="0"/>
              <a:t>change</a:t>
            </a:r>
            <a:r>
              <a:rPr lang="en-US" dirty="0"/>
              <a:t>. So this will be important for computer science.</a:t>
            </a:r>
          </a:p>
          <a:p>
            <a:r>
              <a:rPr lang="en-US" dirty="0"/>
              <a:t>Earlier, chip designing </a:t>
            </a:r>
            <a:r>
              <a:rPr lang="en-US" b="1" u="sng" dirty="0"/>
              <a:t>was done</a:t>
            </a:r>
            <a:r>
              <a:rPr lang="en-US" u="sng" dirty="0"/>
              <a:t> </a:t>
            </a:r>
            <a:r>
              <a:rPr lang="en-US" dirty="0"/>
              <a:t>by engineers in chip companies. Computer </a:t>
            </a:r>
            <a:r>
              <a:rPr lang="en-US" b="1" u="sng" dirty="0"/>
              <a:t>architects</a:t>
            </a:r>
            <a:r>
              <a:rPr lang="en-US" u="sng" dirty="0"/>
              <a:t> </a:t>
            </a:r>
            <a:r>
              <a:rPr lang="en-US" dirty="0"/>
              <a:t>did not design chips. In college, EE and CS </a:t>
            </a:r>
            <a:r>
              <a:rPr lang="en-US" b="1" u="sng" dirty="0"/>
              <a:t>students</a:t>
            </a:r>
            <a:r>
              <a:rPr lang="en-US" dirty="0"/>
              <a:t> study different topics.</a:t>
            </a:r>
          </a:p>
          <a:p>
            <a:endParaRPr lang="en-IN" dirty="0"/>
          </a:p>
        </p:txBody>
      </p:sp>
    </p:spTree>
    <p:extLst>
      <p:ext uri="{BB962C8B-B14F-4D97-AF65-F5344CB8AC3E}">
        <p14:creationId xmlns:p14="http://schemas.microsoft.com/office/powerpoint/2010/main" val="3012455837"/>
      </p:ext>
    </p:extLst>
  </p:cSld>
  <p:clrMapOvr>
    <a:masterClrMapping/>
  </p:clrMapOvr>
</p:sld>
</file>

<file path=ppt/theme/theme1.xml><?xml version="1.0" encoding="utf-8"?>
<a:theme xmlns:a="http://schemas.openxmlformats.org/drawingml/2006/main" name="Madison">
  <a:themeElements>
    <a:clrScheme name="Madison">
      <a:dk1>
        <a:srgbClr val="000000"/>
      </a:dk1>
      <a:lt1>
        <a:srgbClr val="FFFFFF"/>
      </a:lt1>
      <a:dk2>
        <a:srgbClr val="1F282E"/>
      </a:dk2>
      <a:lt2>
        <a:srgbClr val="C2F5FC"/>
      </a:lt2>
      <a:accent1>
        <a:srgbClr val="4091F3"/>
      </a:accent1>
      <a:accent2>
        <a:srgbClr val="8BBCF1"/>
      </a:accent2>
      <a:accent3>
        <a:srgbClr val="CB6A6A"/>
      </a:accent3>
      <a:accent4>
        <a:srgbClr val="C567AF"/>
      </a:accent4>
      <a:accent5>
        <a:srgbClr val="A684F9"/>
      </a:accent5>
      <a:accent6>
        <a:srgbClr val="A9ACEE"/>
      </a:accent6>
      <a:hlink>
        <a:srgbClr val="6D9CC5"/>
      </a:hlink>
      <a:folHlink>
        <a:srgbClr val="6D82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TotalTime>
  <Words>1972</Words>
  <Application>Microsoft Office PowerPoint</Application>
  <PresentationFormat>Widescreen</PresentationFormat>
  <Paragraphs>191</Paragraphs>
  <Slides>41</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Wingdings</vt:lpstr>
      <vt:lpstr>Arial</vt:lpstr>
      <vt:lpstr>Noto Sans Symbols</vt:lpstr>
      <vt:lpstr>Madison</vt:lpstr>
      <vt:lpstr>BARRIERS TO COMMUNICATION </vt:lpstr>
      <vt:lpstr>What is a barrier? </vt:lpstr>
      <vt:lpstr>Examples of some barriers </vt:lpstr>
      <vt:lpstr>Identify the barrier in the following text</vt:lpstr>
      <vt:lpstr>How do you identify that there is a problem? </vt:lpstr>
      <vt:lpstr>5 step solution to any barrier</vt:lpstr>
      <vt:lpstr>What is noise?</vt:lpstr>
      <vt:lpstr>CLASSIFICATION OF BARRIERS</vt:lpstr>
      <vt:lpstr>INTRAPERSONAL BARRIERS</vt:lpstr>
      <vt:lpstr>Causes of intrapersonal barriers </vt:lpstr>
      <vt:lpstr>Wrong assumption</vt:lpstr>
      <vt:lpstr>Varied perception</vt:lpstr>
      <vt:lpstr>PowerPoint Presentation</vt:lpstr>
      <vt:lpstr>Differing backgrounds</vt:lpstr>
      <vt:lpstr>PowerPoint Presentation</vt:lpstr>
      <vt:lpstr>PowerPoint Presentation</vt:lpstr>
      <vt:lpstr>Important points to remember while speaking and writing </vt:lpstr>
      <vt:lpstr>Wrong inference </vt:lpstr>
      <vt:lpstr>Scenario 1</vt:lpstr>
      <vt:lpstr>Scenario 2: What are the various inferences you can make from this situation?</vt:lpstr>
      <vt:lpstr>Blocked categories</vt:lpstr>
      <vt:lpstr>PowerPoint Presentation</vt:lpstr>
      <vt:lpstr>Categorical thinking or the ‘know-it-all’</vt:lpstr>
      <vt:lpstr>How to avoid sounding like a ‘know-it-all?’</vt:lpstr>
      <vt:lpstr>Interpersonal barriers</vt:lpstr>
      <vt:lpstr>Common reasons for interpersonal barriers</vt:lpstr>
      <vt:lpstr>Limited vocabulary</vt:lpstr>
      <vt:lpstr>Understanding the ‘correct’ meaning of words </vt:lpstr>
      <vt:lpstr>Incompatibility of verbal and non verbal messages</vt:lpstr>
      <vt:lpstr>Emotional outburst</vt:lpstr>
      <vt:lpstr>Communication selectivity</vt:lpstr>
      <vt:lpstr>Organizational barriers</vt:lpstr>
      <vt:lpstr>Too many transfer stations </vt:lpstr>
      <vt:lpstr>Negative tendencies</vt:lpstr>
      <vt:lpstr>Use of appropriate media </vt:lpstr>
      <vt:lpstr>Information overload</vt:lpstr>
      <vt:lpstr>What is the full form of the following words?</vt:lpstr>
      <vt:lpstr>Explain in your own words</vt:lpstr>
      <vt:lpstr>Explain the software design process.</vt:lpstr>
      <vt:lpstr>Identify grammatical errors</vt:lpstr>
      <vt:lpstr>Corrected paragraph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BARRIERS TO COMMUNICATION </dc:title>
  <dc:creator>lenovo</dc:creator>
  <cp:lastModifiedBy>acer</cp:lastModifiedBy>
  <cp:revision>10</cp:revision>
  <dcterms:modified xsi:type="dcterms:W3CDTF">2026-08-10T11:16:31Z</dcterms:modified>
</cp:coreProperties>
</file>